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4" r:id="rId18"/>
    <p:sldId id="275" r:id="rId19"/>
    <p:sldId id="276" r:id="rId20"/>
    <p:sldId id="272" r:id="rId21"/>
    <p:sldId id="273" r:id="rId22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5/12/2024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5/12/2024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5/12/2024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4443" y="67182"/>
            <a:ext cx="10383113" cy="696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91971" y="1721357"/>
            <a:ext cx="10408056" cy="30124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59607" y="2143125"/>
            <a:ext cx="461962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60" dirty="0"/>
              <a:t>Echo-Messager</a:t>
            </a:r>
            <a:endParaRPr sz="6000"/>
          </a:p>
        </p:txBody>
      </p:sp>
      <p:sp>
        <p:nvSpPr>
          <p:cNvPr id="3" name="object 3"/>
          <p:cNvSpPr txBox="1"/>
          <p:nvPr/>
        </p:nvSpPr>
        <p:spPr>
          <a:xfrm>
            <a:off x="664870" y="4620285"/>
            <a:ext cx="2439035" cy="744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29285">
              <a:lnSpc>
                <a:spcPct val="107300"/>
              </a:lnSpc>
              <a:spcBef>
                <a:spcPts val="100"/>
              </a:spcBef>
            </a:pPr>
            <a:r>
              <a:rPr sz="2200" b="1" spc="-15" dirty="0">
                <a:solidFill>
                  <a:srgbClr val="1F2A35"/>
                </a:solidFill>
                <a:latin typeface="Calibri"/>
                <a:cs typeface="Calibri"/>
              </a:rPr>
              <a:t>Guided </a:t>
            </a:r>
            <a:r>
              <a:rPr sz="2200" b="1" spc="-40" dirty="0">
                <a:solidFill>
                  <a:srgbClr val="1F2A35"/>
                </a:solidFill>
                <a:latin typeface="Calibri"/>
                <a:cs typeface="Calibri"/>
              </a:rPr>
              <a:t>By </a:t>
            </a:r>
            <a:r>
              <a:rPr sz="2200" b="1" spc="-35" dirty="0">
                <a:solidFill>
                  <a:srgbClr val="1F2A35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1F2A35"/>
                </a:solidFill>
                <a:latin typeface="Calibri"/>
                <a:cs typeface="Calibri"/>
              </a:rPr>
              <a:t>M</a:t>
            </a:r>
            <a:r>
              <a:rPr sz="2200" b="1" spc="-30" dirty="0">
                <a:solidFill>
                  <a:srgbClr val="1F2A35"/>
                </a:solidFill>
                <a:latin typeface="Calibri"/>
                <a:cs typeface="Calibri"/>
              </a:rPr>
              <a:t>r</a:t>
            </a:r>
            <a:r>
              <a:rPr sz="2200" b="1" spc="-5" dirty="0">
                <a:solidFill>
                  <a:srgbClr val="1F2A35"/>
                </a:solidFill>
                <a:latin typeface="Calibri"/>
                <a:cs typeface="Calibri"/>
              </a:rPr>
              <a:t>s.</a:t>
            </a:r>
            <a:r>
              <a:rPr sz="2200" b="1" spc="5" dirty="0">
                <a:solidFill>
                  <a:srgbClr val="1F2A35"/>
                </a:solidFill>
                <a:latin typeface="Calibri"/>
                <a:cs typeface="Calibri"/>
              </a:rPr>
              <a:t>R.</a:t>
            </a:r>
            <a:r>
              <a:rPr sz="2200" b="1" spc="-5" dirty="0">
                <a:solidFill>
                  <a:srgbClr val="1F2A35"/>
                </a:solidFill>
                <a:latin typeface="Calibri"/>
                <a:cs typeface="Calibri"/>
              </a:rPr>
              <a:t>Ani</a:t>
            </a:r>
            <a:r>
              <a:rPr sz="2200" b="1" spc="-15" dirty="0">
                <a:solidFill>
                  <a:srgbClr val="1F2A35"/>
                </a:solidFill>
                <a:latin typeface="Calibri"/>
                <a:cs typeface="Calibri"/>
              </a:rPr>
              <a:t>t</a:t>
            </a:r>
            <a:r>
              <a:rPr sz="2200" b="1" spc="-5" dirty="0">
                <a:solidFill>
                  <a:srgbClr val="1F2A35"/>
                </a:solidFill>
                <a:latin typeface="Calibri"/>
                <a:cs typeface="Calibri"/>
              </a:rPr>
              <a:t>ha</a:t>
            </a:r>
            <a:r>
              <a:rPr sz="2200" b="1" spc="-60" dirty="0">
                <a:solidFill>
                  <a:srgbClr val="1F2A35"/>
                </a:solidFill>
                <a:latin typeface="Calibri"/>
                <a:cs typeface="Calibri"/>
              </a:rPr>
              <a:t> </a:t>
            </a:r>
            <a:r>
              <a:rPr sz="2200" b="1" spc="-25" dirty="0">
                <a:solidFill>
                  <a:srgbClr val="1F2A35"/>
                </a:solidFill>
                <a:latin typeface="Calibri"/>
                <a:cs typeface="Calibri"/>
              </a:rPr>
              <a:t>A</a:t>
            </a:r>
            <a:r>
              <a:rPr sz="2200" b="1" spc="-135" dirty="0">
                <a:solidFill>
                  <a:srgbClr val="1F2A35"/>
                </a:solidFill>
                <a:latin typeface="Calibri"/>
                <a:cs typeface="Calibri"/>
              </a:rPr>
              <a:t>P</a:t>
            </a:r>
            <a:r>
              <a:rPr sz="2200" b="1" spc="-25" dirty="0">
                <a:solidFill>
                  <a:srgbClr val="1F2A35"/>
                </a:solidFill>
                <a:latin typeface="Calibri"/>
                <a:cs typeface="Calibri"/>
              </a:rPr>
              <a:t>/</a:t>
            </a:r>
            <a:r>
              <a:rPr sz="2200" b="1" spc="-30" dirty="0">
                <a:solidFill>
                  <a:srgbClr val="1F2A35"/>
                </a:solidFill>
                <a:latin typeface="Calibri"/>
                <a:cs typeface="Calibri"/>
              </a:rPr>
              <a:t>C</a:t>
            </a:r>
            <a:r>
              <a:rPr sz="2200" b="1" spc="-25" dirty="0">
                <a:solidFill>
                  <a:srgbClr val="1F2A35"/>
                </a:solidFill>
                <a:latin typeface="Calibri"/>
                <a:cs typeface="Calibri"/>
              </a:rPr>
              <a:t>S</a:t>
            </a:r>
            <a:r>
              <a:rPr sz="2200" b="1" spc="-5" dirty="0">
                <a:solidFill>
                  <a:srgbClr val="1F2A35"/>
                </a:solidFill>
                <a:latin typeface="Calibri"/>
                <a:cs typeface="Calibri"/>
              </a:rPr>
              <a:t>E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76033" y="4637000"/>
            <a:ext cx="3054350" cy="146748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R="125730" algn="ctr">
              <a:lnSpc>
                <a:spcPct val="100000"/>
              </a:lnSpc>
              <a:spcBef>
                <a:spcPts val="290"/>
              </a:spcBef>
            </a:pPr>
            <a:r>
              <a:rPr sz="2200" b="1" spc="-160" dirty="0">
                <a:solidFill>
                  <a:srgbClr val="1F2A35"/>
                </a:solidFill>
                <a:latin typeface="Calibri"/>
                <a:cs typeface="Calibri"/>
              </a:rPr>
              <a:t>BY:</a:t>
            </a:r>
            <a:endParaRPr sz="2200">
              <a:latin typeface="Calibri"/>
              <a:cs typeface="Calibri"/>
            </a:endParaRPr>
          </a:p>
          <a:p>
            <a:pPr marL="21590">
              <a:lnSpc>
                <a:spcPct val="100000"/>
              </a:lnSpc>
              <a:spcBef>
                <a:spcPts val="190"/>
              </a:spcBef>
            </a:pPr>
            <a:r>
              <a:rPr sz="2200" b="1" spc="-540" dirty="0">
                <a:solidFill>
                  <a:srgbClr val="1F2A35"/>
                </a:solidFill>
                <a:latin typeface="Calibri"/>
                <a:cs typeface="Calibri"/>
              </a:rPr>
              <a:t>V</a:t>
            </a:r>
            <a:r>
              <a:rPr sz="2200" b="1" spc="-5" dirty="0">
                <a:solidFill>
                  <a:srgbClr val="1F2A35"/>
                </a:solidFill>
                <a:latin typeface="Calibri"/>
                <a:cs typeface="Calibri"/>
              </a:rPr>
              <a:t>.</a:t>
            </a:r>
            <a:r>
              <a:rPr sz="2200" b="1" spc="-125" dirty="0">
                <a:solidFill>
                  <a:srgbClr val="1F2A35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1F2A35"/>
                </a:solidFill>
                <a:latin typeface="Calibri"/>
                <a:cs typeface="Calibri"/>
              </a:rPr>
              <a:t>Ki</a:t>
            </a:r>
            <a:r>
              <a:rPr sz="2200" b="1" spc="-10" dirty="0">
                <a:solidFill>
                  <a:srgbClr val="1F2A35"/>
                </a:solidFill>
                <a:latin typeface="Calibri"/>
                <a:cs typeface="Calibri"/>
              </a:rPr>
              <a:t>r</a:t>
            </a:r>
            <a:r>
              <a:rPr sz="2200" b="1" spc="-25" dirty="0">
                <a:solidFill>
                  <a:srgbClr val="1F2A35"/>
                </a:solidFill>
                <a:latin typeface="Calibri"/>
                <a:cs typeface="Calibri"/>
              </a:rPr>
              <a:t>t</a:t>
            </a:r>
            <a:r>
              <a:rPr sz="2200" b="1" spc="-5" dirty="0">
                <a:solidFill>
                  <a:srgbClr val="1F2A35"/>
                </a:solidFill>
                <a:latin typeface="Calibri"/>
                <a:cs typeface="Calibri"/>
              </a:rPr>
              <a:t>hick</a:t>
            </a:r>
            <a:r>
              <a:rPr sz="2200" b="1" spc="-80" dirty="0">
                <a:solidFill>
                  <a:srgbClr val="1F2A35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1F2A35"/>
                </a:solidFill>
                <a:latin typeface="Calibri"/>
                <a:cs typeface="Calibri"/>
              </a:rPr>
              <a:t>S</a:t>
            </a:r>
            <a:r>
              <a:rPr sz="2200" b="1" spc="-15" dirty="0">
                <a:solidFill>
                  <a:srgbClr val="1F2A35"/>
                </a:solidFill>
                <a:latin typeface="Calibri"/>
                <a:cs typeface="Calibri"/>
              </a:rPr>
              <a:t>a</a:t>
            </a:r>
            <a:r>
              <a:rPr sz="2200" b="1" spc="-30" dirty="0">
                <a:solidFill>
                  <a:srgbClr val="1F2A35"/>
                </a:solidFill>
                <a:latin typeface="Calibri"/>
                <a:cs typeface="Calibri"/>
              </a:rPr>
              <a:t>k</a:t>
            </a:r>
            <a:r>
              <a:rPr sz="2200" b="1" spc="-15" dirty="0">
                <a:solidFill>
                  <a:srgbClr val="1F2A35"/>
                </a:solidFill>
                <a:latin typeface="Calibri"/>
                <a:cs typeface="Calibri"/>
              </a:rPr>
              <a:t>t</a:t>
            </a:r>
            <a:r>
              <a:rPr sz="2200" b="1" spc="-25" dirty="0">
                <a:solidFill>
                  <a:srgbClr val="1F2A35"/>
                </a:solidFill>
                <a:latin typeface="Calibri"/>
                <a:cs typeface="Calibri"/>
              </a:rPr>
              <a:t>h</a:t>
            </a:r>
            <a:r>
              <a:rPr sz="2200" b="1" spc="-5" dirty="0">
                <a:solidFill>
                  <a:srgbClr val="1F2A35"/>
                </a:solidFill>
                <a:latin typeface="Calibri"/>
                <a:cs typeface="Calibri"/>
              </a:rPr>
              <a:t>i(</a:t>
            </a:r>
            <a:r>
              <a:rPr sz="2200" b="1" spc="-10" dirty="0">
                <a:solidFill>
                  <a:srgbClr val="1F2A35"/>
                </a:solidFill>
                <a:latin typeface="Calibri"/>
                <a:cs typeface="Calibri"/>
              </a:rPr>
              <a:t>2</a:t>
            </a:r>
            <a:r>
              <a:rPr sz="2200" b="1" spc="-20" dirty="0">
                <a:solidFill>
                  <a:srgbClr val="1F2A35"/>
                </a:solidFill>
                <a:latin typeface="Calibri"/>
                <a:cs typeface="Calibri"/>
              </a:rPr>
              <a:t>1C</a:t>
            </a:r>
            <a:r>
              <a:rPr sz="2200" b="1" spc="-15" dirty="0">
                <a:solidFill>
                  <a:srgbClr val="1F2A35"/>
                </a:solidFill>
                <a:latin typeface="Calibri"/>
                <a:cs typeface="Calibri"/>
              </a:rPr>
              <a:t>S</a:t>
            </a:r>
            <a:r>
              <a:rPr sz="2200" b="1" spc="-30" dirty="0">
                <a:solidFill>
                  <a:srgbClr val="1F2A35"/>
                </a:solidFill>
                <a:latin typeface="Calibri"/>
                <a:cs typeface="Calibri"/>
              </a:rPr>
              <a:t>04</a:t>
            </a:r>
            <a:r>
              <a:rPr sz="2200" b="1" spc="-20" dirty="0">
                <a:solidFill>
                  <a:srgbClr val="1F2A35"/>
                </a:solidFill>
                <a:latin typeface="Calibri"/>
                <a:cs typeface="Calibri"/>
              </a:rPr>
              <a:t>6)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2200" b="1" dirty="0">
                <a:solidFill>
                  <a:srgbClr val="1F2A35"/>
                </a:solidFill>
                <a:latin typeface="Calibri"/>
                <a:cs typeface="Calibri"/>
              </a:rPr>
              <a:t>S</a:t>
            </a:r>
            <a:r>
              <a:rPr sz="2200" b="1" spc="-5" dirty="0">
                <a:solidFill>
                  <a:srgbClr val="1F2A35"/>
                </a:solidFill>
                <a:latin typeface="Calibri"/>
                <a:cs typeface="Calibri"/>
              </a:rPr>
              <a:t>.</a:t>
            </a:r>
            <a:r>
              <a:rPr sz="2200" b="1" spc="-55" dirty="0">
                <a:solidFill>
                  <a:srgbClr val="1F2A35"/>
                </a:solidFill>
                <a:latin typeface="Calibri"/>
                <a:cs typeface="Calibri"/>
              </a:rPr>
              <a:t> K</a:t>
            </a:r>
            <a:r>
              <a:rPr sz="2200" b="1" spc="-35" dirty="0">
                <a:solidFill>
                  <a:srgbClr val="1F2A35"/>
                </a:solidFill>
                <a:latin typeface="Calibri"/>
                <a:cs typeface="Calibri"/>
              </a:rPr>
              <a:t>a</a:t>
            </a:r>
            <a:r>
              <a:rPr sz="2200" b="1" spc="-30" dirty="0">
                <a:solidFill>
                  <a:srgbClr val="1F2A35"/>
                </a:solidFill>
                <a:latin typeface="Calibri"/>
                <a:cs typeface="Calibri"/>
              </a:rPr>
              <a:t>l</a:t>
            </a:r>
            <a:r>
              <a:rPr sz="2200" b="1" spc="-35" dirty="0">
                <a:solidFill>
                  <a:srgbClr val="1F2A35"/>
                </a:solidFill>
                <a:latin typeface="Calibri"/>
                <a:cs typeface="Calibri"/>
              </a:rPr>
              <a:t>ee</a:t>
            </a:r>
            <a:r>
              <a:rPr sz="2200" b="1" spc="-40" dirty="0">
                <a:solidFill>
                  <a:srgbClr val="1F2A35"/>
                </a:solidFill>
                <a:latin typeface="Calibri"/>
                <a:cs typeface="Calibri"/>
              </a:rPr>
              <a:t>s</a:t>
            </a:r>
            <a:r>
              <a:rPr sz="2200" b="1" spc="-60" dirty="0">
                <a:solidFill>
                  <a:srgbClr val="1F2A35"/>
                </a:solidFill>
                <a:latin typeface="Calibri"/>
                <a:cs typeface="Calibri"/>
              </a:rPr>
              <a:t>w</a:t>
            </a:r>
            <a:r>
              <a:rPr sz="2200" b="1" spc="-35" dirty="0">
                <a:solidFill>
                  <a:srgbClr val="1F2A35"/>
                </a:solidFill>
                <a:latin typeface="Calibri"/>
                <a:cs typeface="Calibri"/>
              </a:rPr>
              <a:t>a</a:t>
            </a:r>
            <a:r>
              <a:rPr sz="2200" b="1" spc="-80" dirty="0">
                <a:solidFill>
                  <a:srgbClr val="1F2A35"/>
                </a:solidFill>
                <a:latin typeface="Calibri"/>
                <a:cs typeface="Calibri"/>
              </a:rPr>
              <a:t>r</a:t>
            </a:r>
            <a:r>
              <a:rPr sz="2200" b="1" spc="-35" dirty="0">
                <a:solidFill>
                  <a:srgbClr val="1F2A35"/>
                </a:solidFill>
                <a:latin typeface="Calibri"/>
                <a:cs typeface="Calibri"/>
              </a:rPr>
              <a:t>a</a:t>
            </a:r>
            <a:r>
              <a:rPr sz="2200" b="1" spc="-5" dirty="0">
                <a:solidFill>
                  <a:srgbClr val="1F2A35"/>
                </a:solidFill>
                <a:latin typeface="Calibri"/>
                <a:cs typeface="Calibri"/>
              </a:rPr>
              <a:t>n</a:t>
            </a:r>
            <a:r>
              <a:rPr sz="2200" b="1" spc="-80" dirty="0">
                <a:solidFill>
                  <a:srgbClr val="1F2A35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1F2A35"/>
                </a:solidFill>
                <a:latin typeface="Calibri"/>
                <a:cs typeface="Calibri"/>
              </a:rPr>
              <a:t>(21C</a:t>
            </a:r>
            <a:r>
              <a:rPr sz="2200" b="1" dirty="0">
                <a:solidFill>
                  <a:srgbClr val="1F2A35"/>
                </a:solidFill>
                <a:latin typeface="Calibri"/>
                <a:cs typeface="Calibri"/>
              </a:rPr>
              <a:t>S</a:t>
            </a:r>
            <a:r>
              <a:rPr sz="2200" b="1" spc="-15" dirty="0">
                <a:solidFill>
                  <a:srgbClr val="1F2A35"/>
                </a:solidFill>
                <a:latin typeface="Calibri"/>
                <a:cs typeface="Calibri"/>
              </a:rPr>
              <a:t>041</a:t>
            </a:r>
            <a:r>
              <a:rPr sz="2200" b="1" spc="-5" dirty="0">
                <a:solidFill>
                  <a:srgbClr val="1F2A35"/>
                </a:solidFill>
                <a:latin typeface="Calibri"/>
                <a:cs typeface="Calibri"/>
              </a:rPr>
              <a:t>)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2200" b="1" spc="20" dirty="0">
                <a:solidFill>
                  <a:srgbClr val="1F2A35"/>
                </a:solidFill>
                <a:latin typeface="Calibri"/>
                <a:cs typeface="Calibri"/>
              </a:rPr>
              <a:t>A</a:t>
            </a:r>
            <a:r>
              <a:rPr sz="2200" b="1" spc="-5" dirty="0">
                <a:solidFill>
                  <a:srgbClr val="1F2A35"/>
                </a:solidFill>
                <a:latin typeface="Calibri"/>
                <a:cs typeface="Calibri"/>
              </a:rPr>
              <a:t>. </a:t>
            </a:r>
            <a:r>
              <a:rPr sz="2200" b="1" spc="-15" dirty="0">
                <a:solidFill>
                  <a:srgbClr val="1F2A35"/>
                </a:solidFill>
                <a:latin typeface="Calibri"/>
                <a:cs typeface="Calibri"/>
              </a:rPr>
              <a:t>J</a:t>
            </a:r>
            <a:r>
              <a:rPr sz="2200" b="1" spc="-25" dirty="0">
                <a:solidFill>
                  <a:srgbClr val="1F2A35"/>
                </a:solidFill>
                <a:latin typeface="Calibri"/>
                <a:cs typeface="Calibri"/>
              </a:rPr>
              <a:t>o</a:t>
            </a:r>
            <a:r>
              <a:rPr sz="2200" b="1" spc="-20" dirty="0">
                <a:solidFill>
                  <a:srgbClr val="1F2A35"/>
                </a:solidFill>
                <a:latin typeface="Calibri"/>
                <a:cs typeface="Calibri"/>
              </a:rPr>
              <a:t>shi</a:t>
            </a:r>
            <a:r>
              <a:rPr sz="2200" b="1" spc="-5" dirty="0">
                <a:solidFill>
                  <a:srgbClr val="1F2A35"/>
                </a:solidFill>
                <a:latin typeface="Calibri"/>
                <a:cs typeface="Calibri"/>
              </a:rPr>
              <a:t>n</a:t>
            </a:r>
            <a:r>
              <a:rPr sz="2200" b="1" spc="-114" dirty="0">
                <a:solidFill>
                  <a:srgbClr val="1F2A35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1F2A35"/>
                </a:solidFill>
                <a:latin typeface="Calibri"/>
                <a:cs typeface="Calibri"/>
              </a:rPr>
              <a:t>Singh</a:t>
            </a:r>
            <a:r>
              <a:rPr sz="2200" b="1" spc="-100" dirty="0">
                <a:solidFill>
                  <a:srgbClr val="1F2A35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1F2A35"/>
                </a:solidFill>
                <a:latin typeface="Calibri"/>
                <a:cs typeface="Calibri"/>
              </a:rPr>
              <a:t>(23</a:t>
            </a:r>
            <a:r>
              <a:rPr sz="2200" b="1" spc="-25" dirty="0">
                <a:solidFill>
                  <a:srgbClr val="1F2A35"/>
                </a:solidFill>
                <a:latin typeface="Calibri"/>
                <a:cs typeface="Calibri"/>
              </a:rPr>
              <a:t>R</a:t>
            </a:r>
            <a:r>
              <a:rPr sz="2200" b="1" spc="-10" dirty="0">
                <a:solidFill>
                  <a:srgbClr val="1F2A35"/>
                </a:solidFill>
                <a:latin typeface="Calibri"/>
                <a:cs typeface="Calibri"/>
              </a:rPr>
              <a:t>CS</a:t>
            </a:r>
            <a:r>
              <a:rPr sz="2200" b="1" spc="-20" dirty="0">
                <a:solidFill>
                  <a:srgbClr val="1F2A35"/>
                </a:solidFill>
                <a:latin typeface="Calibri"/>
                <a:cs typeface="Calibri"/>
              </a:rPr>
              <a:t>0</a:t>
            </a:r>
            <a:r>
              <a:rPr sz="2200" b="1" spc="-15" dirty="0">
                <a:solidFill>
                  <a:srgbClr val="1F2A35"/>
                </a:solidFill>
                <a:latin typeface="Calibri"/>
                <a:cs typeface="Calibri"/>
              </a:rPr>
              <a:t>1</a:t>
            </a:r>
            <a:r>
              <a:rPr sz="2200" b="1" spc="-5" dirty="0">
                <a:solidFill>
                  <a:srgbClr val="1F2A35"/>
                </a:solidFill>
                <a:latin typeface="Calibri"/>
                <a:cs typeface="Calibri"/>
              </a:rPr>
              <a:t>)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635" y="500888"/>
            <a:ext cx="238442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O</a:t>
            </a:r>
            <a:r>
              <a:rPr spc="-55" dirty="0"/>
              <a:t>B</a:t>
            </a:r>
            <a:r>
              <a:rPr spc="-35" dirty="0"/>
              <a:t>J</a:t>
            </a:r>
            <a:r>
              <a:rPr spc="-45" dirty="0"/>
              <a:t>E</a:t>
            </a:r>
            <a:r>
              <a:rPr spc="-55" dirty="0"/>
              <a:t>CT</a:t>
            </a:r>
            <a:r>
              <a:rPr spc="-30" dirty="0"/>
              <a:t>I</a:t>
            </a:r>
            <a:r>
              <a:rPr spc="-55" dirty="0"/>
              <a:t>V</a:t>
            </a:r>
            <a:r>
              <a:rPr dirty="0"/>
              <a:t>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635" y="1731391"/>
            <a:ext cx="10298430" cy="3872214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241300" marR="206375" indent="-228600">
              <a:lnSpc>
                <a:spcPts val="2700"/>
              </a:lnSpc>
              <a:spcBef>
                <a:spcPts val="735"/>
              </a:spcBef>
              <a:buChar char="•"/>
              <a:tabLst>
                <a:tab pos="241300" algn="l"/>
              </a:tabLst>
            </a:pP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Create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a</a:t>
            </a:r>
            <a:r>
              <a:rPr sz="2800" spc="2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Echo</a:t>
            </a:r>
            <a:r>
              <a:rPr sz="2800" spc="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messaging</a:t>
            </a:r>
            <a:r>
              <a:rPr sz="2800" spc="6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app</a:t>
            </a:r>
            <a:r>
              <a:rPr sz="2800" spc="1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that</a:t>
            </a:r>
            <a:r>
              <a:rPr sz="2800" spc="1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makes</a:t>
            </a:r>
            <a:r>
              <a:rPr sz="2800" spc="1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it</a:t>
            </a:r>
            <a:r>
              <a:rPr sz="2800" spc="-1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easy</a:t>
            </a:r>
            <a:r>
              <a:rPr sz="2800" spc="2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for</a:t>
            </a:r>
            <a:r>
              <a:rPr sz="2800" spc="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people</a:t>
            </a:r>
            <a:r>
              <a:rPr sz="2800" spc="2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to </a:t>
            </a:r>
            <a:r>
              <a:rPr sz="2800" spc="-76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chat,</a:t>
            </a:r>
            <a:r>
              <a:rPr sz="2800" spc="-4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share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lang="en-US" sz="2800" dirty="0">
                <a:solidFill>
                  <a:srgbClr val="0D0D0D"/>
                </a:solidFill>
                <a:latin typeface="Arial MT"/>
                <a:cs typeface="Arial MT"/>
              </a:rPr>
              <a:t>Group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,</a:t>
            </a:r>
            <a:r>
              <a:rPr sz="2800" spc="-1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and</a:t>
            </a:r>
            <a:r>
              <a:rPr sz="2800" spc="5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connect</a:t>
            </a:r>
            <a:r>
              <a:rPr sz="2800" spc="-1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with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friends</a:t>
            </a:r>
            <a:r>
              <a:rPr sz="2800" spc="-1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and</a:t>
            </a:r>
            <a:r>
              <a:rPr sz="2800" spc="3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spc="-85" dirty="0">
                <a:solidFill>
                  <a:srgbClr val="0D0D0D"/>
                </a:solidFill>
                <a:latin typeface="Arial MT"/>
                <a:cs typeface="Arial MT"/>
              </a:rPr>
              <a:t>family.</a:t>
            </a:r>
            <a:endParaRPr sz="2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0D0D0D"/>
              </a:buClr>
              <a:buFont typeface="Arial MT"/>
              <a:buChar char="•"/>
            </a:pPr>
            <a:endParaRPr sz="4450" dirty="0">
              <a:latin typeface="Arial MT"/>
              <a:cs typeface="Arial MT"/>
            </a:endParaRPr>
          </a:p>
          <a:p>
            <a:pPr marL="241300" marR="443230" indent="-228600" algn="just">
              <a:lnSpc>
                <a:spcPts val="2690"/>
              </a:lnSpc>
              <a:buChar char="•"/>
              <a:tabLst>
                <a:tab pos="241300" algn="l"/>
              </a:tabLst>
            </a:pP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Our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goal </a:t>
            </a:r>
            <a:r>
              <a:rPr sz="2800" spc="-10" dirty="0">
                <a:solidFill>
                  <a:srgbClr val="0D0D0D"/>
                </a:solidFill>
                <a:latin typeface="Arial MT"/>
                <a:cs typeface="Arial MT"/>
              </a:rPr>
              <a:t>is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to provide a secure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and user-friendly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platform,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 ensuring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that everyone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can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enjoy instant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communication and </a:t>
            </a:r>
            <a:r>
              <a:rPr sz="2800" spc="-76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stay</a:t>
            </a:r>
            <a:r>
              <a:rPr sz="2800" spc="-5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connected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spc="-60" dirty="0">
                <a:solidFill>
                  <a:srgbClr val="0D0D0D"/>
                </a:solidFill>
                <a:latin typeface="Arial MT"/>
                <a:cs typeface="Arial MT"/>
              </a:rPr>
              <a:t>effortlessly.</a:t>
            </a:r>
            <a:endParaRPr sz="2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0D0D0D"/>
              </a:buClr>
              <a:buFont typeface="Arial MT"/>
              <a:buChar char="•"/>
            </a:pPr>
            <a:endParaRPr sz="4350" dirty="0">
              <a:latin typeface="Arial MT"/>
              <a:cs typeface="Arial MT"/>
            </a:endParaRPr>
          </a:p>
          <a:p>
            <a:pPr marL="241300" marR="5080" indent="-228600">
              <a:lnSpc>
                <a:spcPts val="2700"/>
              </a:lnSpc>
              <a:buChar char="•"/>
              <a:tabLst>
                <a:tab pos="241300" algn="l"/>
              </a:tabLst>
            </a:pP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Capability</a:t>
            </a:r>
            <a:r>
              <a:rPr sz="2800" spc="3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to</a:t>
            </a:r>
            <a:r>
              <a:rPr sz="2800" spc="1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send</a:t>
            </a:r>
            <a:r>
              <a:rPr sz="2800" spc="3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and</a:t>
            </a:r>
            <a:r>
              <a:rPr sz="2800" spc="1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receive</a:t>
            </a:r>
            <a:r>
              <a:rPr sz="2800" spc="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various</a:t>
            </a:r>
            <a:r>
              <a:rPr sz="2800" spc="1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types</a:t>
            </a:r>
            <a:r>
              <a:rPr sz="2800" spc="-1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of </a:t>
            </a:r>
            <a:r>
              <a:rPr lang="en-IN" sz="2800" spc="-5" dirty="0">
                <a:solidFill>
                  <a:srgbClr val="0D0D0D"/>
                </a:solidFill>
                <a:latin typeface="Arial MT"/>
                <a:cs typeface="Arial MT"/>
              </a:rPr>
              <a:t>emoji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,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 including </a:t>
            </a:r>
            <a:r>
              <a:rPr sz="2800" spc="-76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spc="-2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messages.</a:t>
            </a:r>
            <a:endParaRPr sz="2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37031" y="540512"/>
            <a:ext cx="224790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0" dirty="0"/>
              <a:t>F</a:t>
            </a:r>
            <a:r>
              <a:rPr spc="-80" dirty="0"/>
              <a:t>E</a:t>
            </a:r>
            <a:r>
              <a:rPr spc="-85" dirty="0"/>
              <a:t>A</a:t>
            </a:r>
            <a:r>
              <a:rPr spc="-80" dirty="0"/>
              <a:t>T</a:t>
            </a:r>
            <a:r>
              <a:rPr spc="-105" dirty="0"/>
              <a:t>U</a:t>
            </a:r>
            <a:r>
              <a:rPr spc="-90" dirty="0"/>
              <a:t>RE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5883" y="1690877"/>
            <a:ext cx="10292080" cy="3733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10795" indent="-457834" algn="just">
              <a:lnSpc>
                <a:spcPct val="100000"/>
              </a:lnSpc>
              <a:spcBef>
                <a:spcPts val="95"/>
              </a:spcBef>
              <a:buChar char="•"/>
              <a:tabLst>
                <a:tab pos="470534" algn="l"/>
              </a:tabLst>
            </a:pPr>
            <a:r>
              <a:rPr sz="2800" spc="-5" dirty="0">
                <a:latin typeface="Arial MT"/>
                <a:cs typeface="Arial MT"/>
              </a:rPr>
              <a:t>Robust</a:t>
            </a:r>
            <a:r>
              <a:rPr sz="2800" dirty="0">
                <a:latin typeface="Arial MT"/>
                <a:cs typeface="Arial MT"/>
              </a:rPr>
              <a:t> security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measures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to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ensure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the</a:t>
            </a:r>
            <a:r>
              <a:rPr sz="2800" dirty="0">
                <a:latin typeface="Arial MT"/>
                <a:cs typeface="Arial MT"/>
              </a:rPr>
              <a:t> privacy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 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confidentiality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of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user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conversations</a:t>
            </a:r>
            <a:r>
              <a:rPr sz="1800" spc="-5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 marL="469900" marR="5080" indent="-457834" algn="just">
              <a:lnSpc>
                <a:spcPct val="100000"/>
              </a:lnSpc>
              <a:spcBef>
                <a:spcPts val="2195"/>
              </a:spcBef>
              <a:buChar char="•"/>
              <a:tabLst>
                <a:tab pos="470534" algn="l"/>
              </a:tabLst>
            </a:pPr>
            <a:r>
              <a:rPr sz="2800" spc="-5" dirty="0">
                <a:latin typeface="Arial MT"/>
                <a:cs typeface="Arial MT"/>
              </a:rPr>
              <a:t>Enhanced Additional </a:t>
            </a:r>
            <a:r>
              <a:rPr sz="2800" dirty="0">
                <a:latin typeface="Arial MT"/>
                <a:cs typeface="Arial MT"/>
              </a:rPr>
              <a:t>privacy </a:t>
            </a:r>
            <a:r>
              <a:rPr sz="2800" spc="-5" dirty="0">
                <a:latin typeface="Arial MT"/>
                <a:cs typeface="Arial MT"/>
              </a:rPr>
              <a:t>settings, </a:t>
            </a:r>
            <a:r>
              <a:rPr sz="2800" dirty="0">
                <a:latin typeface="Arial MT"/>
                <a:cs typeface="Arial MT"/>
              </a:rPr>
              <a:t>such as </a:t>
            </a:r>
            <a:r>
              <a:rPr sz="2800" spc="-5" dirty="0">
                <a:latin typeface="Arial MT"/>
                <a:cs typeface="Arial MT"/>
              </a:rPr>
              <a:t>the ability </a:t>
            </a:r>
            <a:r>
              <a:rPr sz="2800" spc="-15" dirty="0">
                <a:latin typeface="Arial MT"/>
                <a:cs typeface="Arial MT"/>
              </a:rPr>
              <a:t>to 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control </a:t>
            </a:r>
            <a:r>
              <a:rPr sz="2800" spc="-5" dirty="0">
                <a:latin typeface="Arial MT"/>
                <a:cs typeface="Arial MT"/>
              </a:rPr>
              <a:t>who can see </a:t>
            </a:r>
            <a:r>
              <a:rPr sz="2800" spc="-10" dirty="0">
                <a:latin typeface="Arial MT"/>
                <a:cs typeface="Arial MT"/>
              </a:rPr>
              <a:t>when </a:t>
            </a:r>
            <a:r>
              <a:rPr sz="2800" spc="-5" dirty="0">
                <a:latin typeface="Arial MT"/>
                <a:cs typeface="Arial MT"/>
              </a:rPr>
              <a:t>a user </a:t>
            </a:r>
            <a:r>
              <a:rPr sz="2800" spc="-10" dirty="0">
                <a:latin typeface="Arial MT"/>
                <a:cs typeface="Arial MT"/>
              </a:rPr>
              <a:t>is </a:t>
            </a:r>
            <a:r>
              <a:rPr sz="2800" spc="-5" dirty="0">
                <a:latin typeface="Arial MT"/>
                <a:cs typeface="Arial MT"/>
              </a:rPr>
              <a:t>online </a:t>
            </a:r>
            <a:r>
              <a:rPr sz="2800" dirty="0">
                <a:latin typeface="Arial MT"/>
                <a:cs typeface="Arial MT"/>
              </a:rPr>
              <a:t>or </a:t>
            </a:r>
            <a:r>
              <a:rPr sz="2800" spc="-5" dirty="0">
                <a:latin typeface="Arial MT"/>
                <a:cs typeface="Arial MT"/>
              </a:rPr>
              <a:t>the option to </a:t>
            </a:r>
            <a:r>
              <a:rPr sz="2800" spc="-15" dirty="0">
                <a:latin typeface="Arial MT"/>
                <a:cs typeface="Arial MT"/>
              </a:rPr>
              <a:t>go 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"invisible"</a:t>
            </a:r>
            <a:r>
              <a:rPr sz="2800" spc="5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in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specific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chats.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 MT"/>
              <a:buChar char="•"/>
            </a:pPr>
            <a:endParaRPr sz="3000">
              <a:latin typeface="Arial MT"/>
              <a:cs typeface="Arial MT"/>
            </a:endParaRPr>
          </a:p>
          <a:p>
            <a:pPr marL="469900" marR="11430" indent="-457834" algn="just">
              <a:lnSpc>
                <a:spcPct val="100000"/>
              </a:lnSpc>
              <a:buChar char="•"/>
              <a:tabLst>
                <a:tab pos="470534" algn="l"/>
              </a:tabLst>
            </a:pPr>
            <a:r>
              <a:rPr sz="2800" spc="-5" dirty="0">
                <a:latin typeface="Arial MT"/>
                <a:cs typeface="Arial MT"/>
              </a:rPr>
              <a:t>The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ability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to</a:t>
            </a:r>
            <a:r>
              <a:rPr sz="2800" spc="-5" dirty="0">
                <a:latin typeface="Arial MT"/>
                <a:cs typeface="Arial MT"/>
              </a:rPr>
              <a:t> send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messages</a:t>
            </a:r>
            <a:r>
              <a:rPr sz="2800" dirty="0">
                <a:latin typeface="Arial MT"/>
                <a:cs typeface="Arial MT"/>
              </a:rPr>
              <a:t> even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when</a:t>
            </a:r>
            <a:r>
              <a:rPr sz="2800" spc="77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offline,with </a:t>
            </a:r>
            <a:r>
              <a:rPr sz="2800" spc="-5" dirty="0">
                <a:latin typeface="Arial MT"/>
                <a:cs typeface="Arial MT"/>
              </a:rPr>
              <a:t> messages</a:t>
            </a:r>
            <a:r>
              <a:rPr sz="2800" spc="2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delivered</a:t>
            </a:r>
            <a:r>
              <a:rPr sz="2800" spc="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once</a:t>
            </a:r>
            <a:r>
              <a:rPr sz="2800" spc="-5" dirty="0">
                <a:latin typeface="Arial MT"/>
                <a:cs typeface="Arial MT"/>
              </a:rPr>
              <a:t> the</a:t>
            </a:r>
            <a:r>
              <a:rPr sz="2800" dirty="0">
                <a:latin typeface="Arial MT"/>
                <a:cs typeface="Arial MT"/>
              </a:rPr>
              <a:t> user</a:t>
            </a:r>
            <a:r>
              <a:rPr sz="2800" spc="-5" dirty="0">
                <a:latin typeface="Arial MT"/>
                <a:cs typeface="Arial MT"/>
              </a:rPr>
              <a:t> is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back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online.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2251" y="723976"/>
            <a:ext cx="23133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AB</a:t>
            </a:r>
            <a:r>
              <a:rPr spc="-40" dirty="0"/>
              <a:t>S</a:t>
            </a:r>
            <a:r>
              <a:rPr spc="-45" dirty="0"/>
              <a:t>TR</a:t>
            </a:r>
            <a:r>
              <a:rPr spc="-50" dirty="0"/>
              <a:t>A</a:t>
            </a:r>
            <a:r>
              <a:rPr spc="-45" dirty="0"/>
              <a:t>C</a:t>
            </a:r>
            <a:r>
              <a:rPr dirty="0"/>
              <a:t>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68648" y="1709419"/>
            <a:ext cx="30568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95680" algn="l"/>
                <a:tab pos="1543050" algn="l"/>
              </a:tabLst>
            </a:pPr>
            <a:r>
              <a:rPr sz="2800" spc="-5" dirty="0">
                <a:latin typeface="Arial MT"/>
                <a:cs typeface="Arial MT"/>
              </a:rPr>
              <a:t>with	a	seaml</a:t>
            </a:r>
            <a:r>
              <a:rPr sz="2800" dirty="0">
                <a:latin typeface="Arial MT"/>
                <a:cs typeface="Arial MT"/>
              </a:rPr>
              <a:t>e</a:t>
            </a:r>
            <a:r>
              <a:rPr sz="2800" spc="-5" dirty="0">
                <a:latin typeface="Arial MT"/>
                <a:cs typeface="Arial MT"/>
              </a:rPr>
              <a:t>ss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54088" y="1709419"/>
            <a:ext cx="21755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56944" algn="l"/>
              </a:tabLst>
            </a:pPr>
            <a:r>
              <a:rPr sz="2800" dirty="0">
                <a:latin typeface="Arial MT"/>
                <a:cs typeface="Arial MT"/>
              </a:rPr>
              <a:t>and	</a:t>
            </a:r>
            <a:r>
              <a:rPr sz="2800" spc="-5" dirty="0">
                <a:latin typeface="Arial MT"/>
                <a:cs typeface="Arial MT"/>
              </a:rPr>
              <a:t>intuitive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55226" y="1709419"/>
            <a:ext cx="17468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Arial MT"/>
                <a:cs typeface="Arial MT"/>
              </a:rPr>
              <a:t>me</a:t>
            </a:r>
            <a:r>
              <a:rPr sz="2800" dirty="0">
                <a:latin typeface="Arial MT"/>
                <a:cs typeface="Arial MT"/>
              </a:rPr>
              <a:t>s</a:t>
            </a:r>
            <a:r>
              <a:rPr sz="2800" spc="-5" dirty="0">
                <a:latin typeface="Arial MT"/>
                <a:cs typeface="Arial MT"/>
              </a:rPr>
              <a:t>s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5" dirty="0">
                <a:latin typeface="Arial MT"/>
                <a:cs typeface="Arial MT"/>
              </a:rPr>
              <a:t>g</a:t>
            </a:r>
            <a:r>
              <a:rPr sz="2800" dirty="0">
                <a:latin typeface="Arial MT"/>
                <a:cs typeface="Arial MT"/>
              </a:rPr>
              <a:t>i</a:t>
            </a:r>
            <a:r>
              <a:rPr sz="2800" spc="5" dirty="0">
                <a:latin typeface="Arial MT"/>
                <a:cs typeface="Arial MT"/>
              </a:rPr>
              <a:t>n</a:t>
            </a:r>
            <a:r>
              <a:rPr sz="2800" spc="-5" dirty="0">
                <a:latin typeface="Arial MT"/>
                <a:cs typeface="Arial MT"/>
              </a:rPr>
              <a:t>g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42221" y="2136139"/>
            <a:ext cx="21590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731645" algn="l"/>
              </a:tabLst>
            </a:pPr>
            <a:r>
              <a:rPr sz="2800" spc="-5" dirty="0">
                <a:latin typeface="Arial MT"/>
                <a:cs typeface="Arial MT"/>
              </a:rPr>
              <a:t>p</a:t>
            </a:r>
            <a:r>
              <a:rPr sz="2800" dirty="0">
                <a:latin typeface="Arial MT"/>
                <a:cs typeface="Arial MT"/>
              </a:rPr>
              <a:t>l</a:t>
            </a:r>
            <a:r>
              <a:rPr sz="2800" spc="-5" dirty="0">
                <a:latin typeface="Arial MT"/>
                <a:cs typeface="Arial MT"/>
              </a:rPr>
              <a:t>atfo</a:t>
            </a:r>
            <a:r>
              <a:rPr sz="2800" dirty="0">
                <a:latin typeface="Arial MT"/>
                <a:cs typeface="Arial MT"/>
              </a:rPr>
              <a:t>r</a:t>
            </a:r>
            <a:r>
              <a:rPr sz="2800" spc="-5" dirty="0">
                <a:latin typeface="Arial MT"/>
                <a:cs typeface="Arial MT"/>
              </a:rPr>
              <a:t>m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5" dirty="0">
                <a:latin typeface="Arial MT"/>
                <a:cs typeface="Arial MT"/>
              </a:rPr>
              <a:t>for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88593" y="1709419"/>
            <a:ext cx="2620010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1570355" algn="l"/>
              </a:tabLst>
            </a:pPr>
            <a:r>
              <a:rPr sz="2800" spc="-5" dirty="0">
                <a:latin typeface="Arial MT"/>
                <a:cs typeface="Arial MT"/>
              </a:rPr>
              <a:t>Provide	</a:t>
            </a:r>
            <a:r>
              <a:rPr sz="2800" dirty="0">
                <a:latin typeface="Arial MT"/>
                <a:cs typeface="Arial MT"/>
              </a:rPr>
              <a:t>users 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e</a:t>
            </a:r>
            <a:r>
              <a:rPr sz="2800" dirty="0">
                <a:latin typeface="Arial MT"/>
                <a:cs typeface="Arial MT"/>
              </a:rPr>
              <a:t>x</a:t>
            </a:r>
            <a:r>
              <a:rPr sz="2800" spc="-5" dirty="0">
                <a:latin typeface="Arial MT"/>
                <a:cs typeface="Arial MT"/>
              </a:rPr>
              <a:t>p</a:t>
            </a:r>
            <a:r>
              <a:rPr sz="2800" dirty="0">
                <a:latin typeface="Arial MT"/>
                <a:cs typeface="Arial MT"/>
              </a:rPr>
              <a:t>e</a:t>
            </a:r>
            <a:r>
              <a:rPr sz="2800" spc="-5" dirty="0">
                <a:latin typeface="Arial MT"/>
                <a:cs typeface="Arial MT"/>
              </a:rPr>
              <a:t>ri</a:t>
            </a:r>
            <a:r>
              <a:rPr sz="2800" spc="5" dirty="0">
                <a:latin typeface="Arial MT"/>
                <a:cs typeface="Arial MT"/>
              </a:rPr>
              <a:t>e</a:t>
            </a:r>
            <a:r>
              <a:rPr sz="2800" spc="-5" dirty="0">
                <a:latin typeface="Arial MT"/>
                <a:cs typeface="Arial MT"/>
              </a:rPr>
              <a:t>n</a:t>
            </a:r>
            <a:r>
              <a:rPr sz="2800" spc="10" dirty="0">
                <a:latin typeface="Arial MT"/>
                <a:cs typeface="Arial MT"/>
              </a:rPr>
              <a:t>ce</a:t>
            </a:r>
            <a:r>
              <a:rPr sz="2800" spc="-5" dirty="0">
                <a:latin typeface="Arial MT"/>
                <a:cs typeface="Arial MT"/>
              </a:rPr>
              <a:t>.Chat  </a:t>
            </a:r>
            <a:r>
              <a:rPr sz="2800" dirty="0">
                <a:latin typeface="Arial MT"/>
                <a:cs typeface="Arial MT"/>
              </a:rPr>
              <a:t>communication,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93616" y="2136139"/>
            <a:ext cx="318008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24460">
              <a:lnSpc>
                <a:spcPct val="100000"/>
              </a:lnSpc>
              <a:spcBef>
                <a:spcPts val="95"/>
              </a:spcBef>
              <a:tabLst>
                <a:tab pos="2146300" algn="l"/>
                <a:tab pos="2277110" algn="l"/>
                <a:tab pos="2969260" algn="l"/>
              </a:tabLst>
            </a:pPr>
            <a:r>
              <a:rPr sz="2800" spc="-5" dirty="0">
                <a:latin typeface="Arial MT"/>
                <a:cs typeface="Arial MT"/>
              </a:rPr>
              <a:t>a</a:t>
            </a:r>
            <a:r>
              <a:rPr sz="2800" dirty="0">
                <a:latin typeface="Arial MT"/>
                <a:cs typeface="Arial MT"/>
              </a:rPr>
              <a:t>p</a:t>
            </a:r>
            <a:r>
              <a:rPr sz="2800" spc="-5" dirty="0">
                <a:latin typeface="Arial MT"/>
                <a:cs typeface="Arial MT"/>
              </a:rPr>
              <a:t>p</a:t>
            </a:r>
            <a:r>
              <a:rPr sz="2800" dirty="0">
                <a:latin typeface="Arial MT"/>
                <a:cs typeface="Arial MT"/>
              </a:rPr>
              <a:t>l</a:t>
            </a:r>
            <a:r>
              <a:rPr sz="2800" spc="-5" dirty="0">
                <a:latin typeface="Arial MT"/>
                <a:cs typeface="Arial MT"/>
              </a:rPr>
              <a:t>i</a:t>
            </a:r>
            <a:r>
              <a:rPr sz="2800" dirty="0">
                <a:latin typeface="Arial MT"/>
                <a:cs typeface="Arial MT"/>
              </a:rPr>
              <a:t>c</a:t>
            </a:r>
            <a:r>
              <a:rPr sz="2800" spc="-5" dirty="0">
                <a:latin typeface="Arial MT"/>
                <a:cs typeface="Arial MT"/>
              </a:rPr>
              <a:t>at</a:t>
            </a:r>
            <a:r>
              <a:rPr sz="2800" dirty="0">
                <a:latin typeface="Arial MT"/>
                <a:cs typeface="Arial MT"/>
              </a:rPr>
              <a:t>i</a:t>
            </a:r>
            <a:r>
              <a:rPr sz="2800" spc="5" dirty="0">
                <a:latin typeface="Arial MT"/>
                <a:cs typeface="Arial MT"/>
              </a:rPr>
              <a:t>o</a:t>
            </a:r>
            <a:r>
              <a:rPr sz="2800" spc="-5" dirty="0">
                <a:latin typeface="Arial MT"/>
                <a:cs typeface="Arial MT"/>
              </a:rPr>
              <a:t>n</a:t>
            </a:r>
            <a:r>
              <a:rPr sz="2800" dirty="0">
                <a:latin typeface="Arial MT"/>
                <a:cs typeface="Arial MT"/>
              </a:rPr>
              <a:t>		</a:t>
            </a:r>
            <a:r>
              <a:rPr sz="2800" spc="-5" dirty="0">
                <a:latin typeface="Arial MT"/>
                <a:cs typeface="Arial MT"/>
              </a:rPr>
              <a:t>is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5" dirty="0">
                <a:latin typeface="Arial MT"/>
                <a:cs typeface="Arial MT"/>
              </a:rPr>
              <a:t>a  connecting	</a:t>
            </a:r>
            <a:r>
              <a:rPr sz="2800" dirty="0">
                <a:latin typeface="Arial MT"/>
                <a:cs typeface="Arial MT"/>
              </a:rPr>
              <a:t>users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09535" y="2136139"/>
            <a:ext cx="409194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785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Arial MT"/>
                <a:cs typeface="Arial MT"/>
              </a:rPr>
              <a:t>versatile</a:t>
            </a:r>
            <a:endParaRPr sz="2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tabLst>
                <a:tab pos="2007235" algn="l"/>
                <a:tab pos="2694940" algn="l"/>
              </a:tabLst>
            </a:pPr>
            <a:r>
              <a:rPr sz="2800" dirty="0">
                <a:latin typeface="Arial MT"/>
                <a:cs typeface="Arial MT"/>
              </a:rPr>
              <a:t>worldwide	</a:t>
            </a:r>
            <a:r>
              <a:rPr sz="2800" spc="-5" dirty="0">
                <a:latin typeface="Arial MT"/>
                <a:cs typeface="Arial MT"/>
              </a:rPr>
              <a:t>in	real-time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88593" y="2989275"/>
            <a:ext cx="104165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316604" algn="l"/>
                <a:tab pos="3662679" algn="l"/>
                <a:tab pos="5770880" algn="l"/>
                <a:tab pos="8779510" algn="l"/>
              </a:tabLst>
            </a:pPr>
            <a:r>
              <a:rPr sz="2800" spc="-5" dirty="0">
                <a:latin typeface="Arial MT"/>
                <a:cs typeface="Arial MT"/>
              </a:rPr>
              <a:t>conversati</a:t>
            </a:r>
            <a:r>
              <a:rPr sz="2800" spc="-10" dirty="0">
                <a:latin typeface="Arial MT"/>
                <a:cs typeface="Arial MT"/>
              </a:rPr>
              <a:t>o</a:t>
            </a:r>
            <a:r>
              <a:rPr sz="2800" spc="-5" dirty="0">
                <a:latin typeface="Arial MT"/>
                <a:cs typeface="Arial MT"/>
              </a:rPr>
              <a:t>n</a:t>
            </a:r>
            <a:r>
              <a:rPr sz="2800" dirty="0">
                <a:latin typeface="Arial MT"/>
                <a:cs typeface="Arial MT"/>
              </a:rPr>
              <a:t>s.</a:t>
            </a:r>
            <a:r>
              <a:rPr sz="2800" spc="38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Wi</a:t>
            </a:r>
            <a:r>
              <a:rPr sz="2800" spc="-15" dirty="0">
                <a:latin typeface="Arial MT"/>
                <a:cs typeface="Arial MT"/>
              </a:rPr>
              <a:t>t</a:t>
            </a:r>
            <a:r>
              <a:rPr sz="2800" spc="-5" dirty="0">
                <a:latin typeface="Arial MT"/>
                <a:cs typeface="Arial MT"/>
              </a:rPr>
              <a:t>h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5" dirty="0">
                <a:latin typeface="Arial MT"/>
                <a:cs typeface="Arial MT"/>
              </a:rPr>
              <a:t>a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5" dirty="0">
                <a:latin typeface="Arial MT"/>
                <a:cs typeface="Arial MT"/>
              </a:rPr>
              <a:t>user</a:t>
            </a:r>
            <a:r>
              <a:rPr sz="2800" spc="-15" dirty="0">
                <a:latin typeface="Arial MT"/>
                <a:cs typeface="Arial MT"/>
              </a:rPr>
              <a:t>-</a:t>
            </a:r>
            <a:r>
              <a:rPr sz="2800" spc="-5" dirty="0">
                <a:latin typeface="Arial MT"/>
                <a:cs typeface="Arial MT"/>
              </a:rPr>
              <a:t>fr</a:t>
            </a:r>
            <a:r>
              <a:rPr sz="2800" dirty="0">
                <a:latin typeface="Arial MT"/>
                <a:cs typeface="Arial MT"/>
              </a:rPr>
              <a:t>i</a:t>
            </a:r>
            <a:r>
              <a:rPr sz="2800" spc="-5" dirty="0">
                <a:latin typeface="Arial MT"/>
                <a:cs typeface="Arial MT"/>
              </a:rPr>
              <a:t>en</a:t>
            </a:r>
            <a:r>
              <a:rPr sz="2800" dirty="0">
                <a:latin typeface="Arial MT"/>
                <a:cs typeface="Arial MT"/>
              </a:rPr>
              <a:t>d</a:t>
            </a:r>
            <a:r>
              <a:rPr sz="2800" spc="-5" dirty="0">
                <a:latin typeface="Arial MT"/>
                <a:cs typeface="Arial MT"/>
              </a:rPr>
              <a:t>ly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5" dirty="0">
                <a:latin typeface="Arial MT"/>
                <a:cs typeface="Arial MT"/>
              </a:rPr>
              <a:t>in</a:t>
            </a:r>
            <a:r>
              <a:rPr sz="2800" dirty="0">
                <a:latin typeface="Arial MT"/>
                <a:cs typeface="Arial MT"/>
              </a:rPr>
              <a:t>t</a:t>
            </a:r>
            <a:r>
              <a:rPr sz="2800" spc="-5" dirty="0">
                <a:latin typeface="Arial MT"/>
                <a:cs typeface="Arial MT"/>
              </a:rPr>
              <a:t>er</a:t>
            </a:r>
            <a:r>
              <a:rPr sz="2800" dirty="0">
                <a:latin typeface="Arial MT"/>
                <a:cs typeface="Arial MT"/>
              </a:rPr>
              <a:t>f</a:t>
            </a:r>
            <a:r>
              <a:rPr sz="2800" spc="-5" dirty="0">
                <a:latin typeface="Arial MT"/>
                <a:cs typeface="Arial MT"/>
              </a:rPr>
              <a:t>a</a:t>
            </a:r>
            <a:r>
              <a:rPr sz="2800" dirty="0">
                <a:latin typeface="Arial MT"/>
                <a:cs typeface="Arial MT"/>
              </a:rPr>
              <a:t>c</a:t>
            </a:r>
            <a:r>
              <a:rPr sz="2800" spc="-5" dirty="0">
                <a:latin typeface="Arial MT"/>
                <a:cs typeface="Arial MT"/>
              </a:rPr>
              <a:t>e,</a:t>
            </a:r>
            <a:r>
              <a:rPr sz="2800" spc="38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s</a:t>
            </a:r>
            <a:r>
              <a:rPr sz="2800" dirty="0">
                <a:latin typeface="Arial MT"/>
                <a:cs typeface="Arial MT"/>
              </a:rPr>
              <a:t>e</a:t>
            </a:r>
            <a:r>
              <a:rPr sz="2800" spc="-5" dirty="0">
                <a:latin typeface="Arial MT"/>
                <a:cs typeface="Arial MT"/>
              </a:rPr>
              <a:t>nd</a:t>
            </a:r>
            <a:r>
              <a:rPr sz="2800" dirty="0">
                <a:latin typeface="Arial MT"/>
                <a:cs typeface="Arial MT"/>
              </a:rPr>
              <a:t>i</a:t>
            </a:r>
            <a:r>
              <a:rPr sz="2800" spc="-5" dirty="0">
                <a:latin typeface="Arial MT"/>
                <a:cs typeface="Arial MT"/>
              </a:rPr>
              <a:t>ng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5" dirty="0">
                <a:latin typeface="Arial MT"/>
                <a:cs typeface="Arial MT"/>
              </a:rPr>
              <a:t>mes</a:t>
            </a:r>
            <a:r>
              <a:rPr sz="2800" dirty="0">
                <a:latin typeface="Arial MT"/>
                <a:cs typeface="Arial MT"/>
              </a:rPr>
              <a:t>s</a:t>
            </a:r>
            <a:r>
              <a:rPr sz="2800" spc="-5" dirty="0">
                <a:latin typeface="Arial MT"/>
                <a:cs typeface="Arial MT"/>
              </a:rPr>
              <a:t>ag</a:t>
            </a:r>
            <a:r>
              <a:rPr sz="2800" spc="15" dirty="0">
                <a:latin typeface="Arial MT"/>
                <a:cs typeface="Arial MT"/>
              </a:rPr>
              <a:t>e</a:t>
            </a:r>
            <a:r>
              <a:rPr sz="2800" spc="-5" dirty="0">
                <a:latin typeface="Arial MT"/>
                <a:cs typeface="Arial MT"/>
              </a:rPr>
              <a:t>s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88593" y="3416553"/>
            <a:ext cx="37020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98219" algn="l"/>
                <a:tab pos="2559050" algn="l"/>
              </a:tabLst>
            </a:pPr>
            <a:r>
              <a:rPr sz="2800" dirty="0">
                <a:latin typeface="Arial MT"/>
                <a:cs typeface="Arial MT"/>
              </a:rPr>
              <a:t>an</a:t>
            </a:r>
            <a:r>
              <a:rPr sz="2800" spc="-5" dirty="0">
                <a:latin typeface="Arial MT"/>
                <a:cs typeface="Arial MT"/>
              </a:rPr>
              <a:t>d</a:t>
            </a:r>
            <a:r>
              <a:rPr sz="2800" dirty="0">
                <a:latin typeface="Arial MT"/>
                <a:cs typeface="Arial MT"/>
              </a:rPr>
              <a:t>	s</a:t>
            </a:r>
            <a:r>
              <a:rPr sz="2800" spc="-5" dirty="0">
                <a:latin typeface="Arial MT"/>
                <a:cs typeface="Arial MT"/>
              </a:rPr>
              <a:t>h</a:t>
            </a:r>
            <a:r>
              <a:rPr sz="2800" spc="5" dirty="0">
                <a:latin typeface="Arial MT"/>
                <a:cs typeface="Arial MT"/>
              </a:rPr>
              <a:t>a</a:t>
            </a:r>
            <a:r>
              <a:rPr sz="2800" spc="-5" dirty="0">
                <a:latin typeface="Arial MT"/>
                <a:cs typeface="Arial MT"/>
              </a:rPr>
              <a:t>ri</a:t>
            </a:r>
            <a:r>
              <a:rPr sz="2800" spc="5" dirty="0">
                <a:latin typeface="Arial MT"/>
                <a:cs typeface="Arial MT"/>
              </a:rPr>
              <a:t>n</a:t>
            </a:r>
            <a:r>
              <a:rPr sz="2800" spc="-5" dirty="0">
                <a:latin typeface="Arial MT"/>
                <a:cs typeface="Arial MT"/>
              </a:rPr>
              <a:t>g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5" dirty="0">
                <a:latin typeface="Arial MT"/>
                <a:cs typeface="Arial MT"/>
              </a:rPr>
              <a:t>e</a:t>
            </a:r>
            <a:r>
              <a:rPr sz="2800" spc="-5" dirty="0">
                <a:latin typeface="Arial MT"/>
                <a:cs typeface="Arial MT"/>
              </a:rPr>
              <a:t>moj</a:t>
            </a:r>
            <a:r>
              <a:rPr sz="2800" dirty="0">
                <a:latin typeface="Arial MT"/>
                <a:cs typeface="Arial MT"/>
              </a:rPr>
              <a:t>i</a:t>
            </a:r>
            <a:r>
              <a:rPr sz="2800" spc="10" dirty="0">
                <a:latin typeface="Arial MT"/>
                <a:cs typeface="Arial MT"/>
              </a:rPr>
              <a:t>s</a:t>
            </a:r>
            <a:r>
              <a:rPr sz="2800" spc="-5" dirty="0">
                <a:latin typeface="Arial MT"/>
                <a:cs typeface="Arial MT"/>
              </a:rPr>
              <a:t>,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56809" y="3416553"/>
            <a:ext cx="63474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00125" algn="l"/>
                <a:tab pos="2859405" algn="l"/>
                <a:tab pos="3529965" algn="l"/>
                <a:tab pos="4834890" algn="l"/>
                <a:tab pos="6076950" algn="l"/>
              </a:tabLst>
            </a:pPr>
            <a:r>
              <a:rPr sz="2800" spc="5" dirty="0">
                <a:latin typeface="Arial MT"/>
                <a:cs typeface="Arial MT"/>
              </a:rPr>
              <a:t>a</a:t>
            </a:r>
            <a:r>
              <a:rPr sz="2800" spc="-5" dirty="0">
                <a:latin typeface="Arial MT"/>
                <a:cs typeface="Arial MT"/>
              </a:rPr>
              <a:t>nd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5" dirty="0">
                <a:latin typeface="Arial MT"/>
                <a:cs typeface="Arial MT"/>
              </a:rPr>
              <a:t>e</a:t>
            </a:r>
            <a:r>
              <a:rPr sz="2800" dirty="0">
                <a:latin typeface="Arial MT"/>
                <a:cs typeface="Arial MT"/>
              </a:rPr>
              <a:t>n</a:t>
            </a:r>
            <a:r>
              <a:rPr sz="2800" spc="5" dirty="0">
                <a:latin typeface="Arial MT"/>
                <a:cs typeface="Arial MT"/>
              </a:rPr>
              <a:t>g</a:t>
            </a:r>
            <a:r>
              <a:rPr sz="2800" spc="-5" dirty="0">
                <a:latin typeface="Arial MT"/>
                <a:cs typeface="Arial MT"/>
              </a:rPr>
              <a:t>a</a:t>
            </a:r>
            <a:r>
              <a:rPr sz="2800" dirty="0">
                <a:latin typeface="Arial MT"/>
                <a:cs typeface="Arial MT"/>
              </a:rPr>
              <a:t>g</a:t>
            </a:r>
            <a:r>
              <a:rPr sz="2800" spc="-5" dirty="0">
                <a:latin typeface="Arial MT"/>
                <a:cs typeface="Arial MT"/>
              </a:rPr>
              <a:t>i</a:t>
            </a:r>
            <a:r>
              <a:rPr sz="2800" dirty="0">
                <a:latin typeface="Arial MT"/>
                <a:cs typeface="Arial MT"/>
              </a:rPr>
              <a:t>n</a:t>
            </a:r>
            <a:r>
              <a:rPr sz="2800" spc="-5" dirty="0">
                <a:latin typeface="Arial MT"/>
                <a:cs typeface="Arial MT"/>
              </a:rPr>
              <a:t>g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5" dirty="0">
                <a:latin typeface="Arial MT"/>
                <a:cs typeface="Arial MT"/>
              </a:rPr>
              <a:t>in</a:t>
            </a:r>
            <a:r>
              <a:rPr sz="2800" dirty="0">
                <a:latin typeface="Arial MT"/>
                <a:cs typeface="Arial MT"/>
              </a:rPr>
              <a:t>	grou</a:t>
            </a:r>
            <a:r>
              <a:rPr sz="2800" spc="-5" dirty="0">
                <a:latin typeface="Arial MT"/>
                <a:cs typeface="Arial MT"/>
              </a:rPr>
              <a:t>p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5" dirty="0">
                <a:latin typeface="Arial MT"/>
                <a:cs typeface="Arial MT"/>
              </a:rPr>
              <a:t>c</a:t>
            </a:r>
            <a:r>
              <a:rPr sz="2800" dirty="0">
                <a:latin typeface="Arial MT"/>
                <a:cs typeface="Arial MT"/>
              </a:rPr>
              <a:t>h</a:t>
            </a:r>
            <a:r>
              <a:rPr sz="2800" spc="-5" dirty="0">
                <a:latin typeface="Arial MT"/>
                <a:cs typeface="Arial MT"/>
              </a:rPr>
              <a:t>ats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5" dirty="0">
                <a:latin typeface="Arial MT"/>
                <a:cs typeface="Arial MT"/>
              </a:rPr>
              <a:t>is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88593" y="3843273"/>
            <a:ext cx="48437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Arial MT"/>
                <a:cs typeface="Arial MT"/>
              </a:rPr>
              <a:t>effortless.Implement</a:t>
            </a:r>
            <a:r>
              <a:rPr sz="2800" spc="22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a</a:t>
            </a:r>
            <a:r>
              <a:rPr sz="2800" spc="2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straight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55029" y="3843273"/>
            <a:ext cx="53467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Arial MT"/>
                <a:cs typeface="Arial MT"/>
              </a:rPr>
              <a:t>forward</a:t>
            </a:r>
            <a:r>
              <a:rPr sz="2800" spc="204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account</a:t>
            </a:r>
            <a:r>
              <a:rPr sz="2800" spc="19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creation</a:t>
            </a:r>
            <a:r>
              <a:rPr sz="2800" spc="2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process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88593" y="4269994"/>
            <a:ext cx="10415270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Arial MT"/>
                <a:cs typeface="Arial MT"/>
              </a:rPr>
              <a:t>and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a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secure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login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system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for</a:t>
            </a:r>
            <a:r>
              <a:rPr sz="2800" dirty="0">
                <a:latin typeface="Arial MT"/>
                <a:cs typeface="Arial MT"/>
              </a:rPr>
              <a:t> user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authentication.The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Echo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Messaging </a:t>
            </a:r>
            <a:r>
              <a:rPr sz="2800" spc="-5" dirty="0">
                <a:latin typeface="Arial MT"/>
                <a:cs typeface="Arial MT"/>
              </a:rPr>
              <a:t>Application is a </a:t>
            </a:r>
            <a:r>
              <a:rPr sz="2800" dirty="0">
                <a:latin typeface="Arial MT"/>
                <a:cs typeface="Arial MT"/>
              </a:rPr>
              <a:t>user-centric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communication </a:t>
            </a:r>
            <a:r>
              <a:rPr sz="2800" spc="-5" dirty="0">
                <a:latin typeface="Arial MT"/>
                <a:cs typeface="Arial MT"/>
              </a:rPr>
              <a:t>platform 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designed</a:t>
            </a:r>
            <a:r>
              <a:rPr sz="2800" spc="3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to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redefine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the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way</a:t>
            </a:r>
            <a:r>
              <a:rPr sz="2800" spc="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individuals</a:t>
            </a:r>
            <a:r>
              <a:rPr sz="2800" spc="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connect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interact.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1634" y="485013"/>
            <a:ext cx="452628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LITERATURE</a:t>
            </a:r>
            <a:r>
              <a:rPr spc="-175" dirty="0"/>
              <a:t> </a:t>
            </a:r>
            <a:r>
              <a:rPr spc="-45" dirty="0"/>
              <a:t>SURVEY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73100" y="1358900"/>
          <a:ext cx="10839450" cy="52389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815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78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7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7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7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75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559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6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Title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A2A2A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Author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A2A2A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6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Year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A2A2A2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6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Journal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A2A2A2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Merits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A2A2A2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6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Limitations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A2A2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869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fa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600" spc="-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Desi</a:t>
                      </a:r>
                      <a:r>
                        <a:rPr sz="1600" spc="5" dirty="0">
                          <a:latin typeface="Calibri"/>
                          <a:cs typeface="Calibri"/>
                        </a:rPr>
                        <a:t>g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69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27114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Alan Dix, Janet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F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l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y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600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G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gory</a:t>
                      </a:r>
                      <a:r>
                        <a:rPr sz="16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D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. 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Abowd, Russell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Beale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69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2023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69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15557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600" spc="-15" dirty="0">
                          <a:latin typeface="Calibri"/>
                          <a:cs typeface="Calibri"/>
                        </a:rPr>
                        <a:t>Mobile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Human-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Computer 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ti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J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ou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nal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69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21209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Instant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Com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mun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35687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echo 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m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ess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g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g</a:t>
                      </a:r>
                      <a:r>
                        <a:rPr sz="18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n 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lead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to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distractions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280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Rise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f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h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Messaging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82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22225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Dan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Jurafsky,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Jam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18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H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.</a:t>
                      </a:r>
                      <a:r>
                        <a:rPr sz="18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Ma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2022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82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645160">
                        <a:lnSpc>
                          <a:spcPts val="2000"/>
                        </a:lnSpc>
                        <a:spcBef>
                          <a:spcPts val="1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Wi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l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ey</a:t>
                      </a:r>
                      <a:r>
                        <a:rPr sz="18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Social  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Platform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53086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Enhanced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Co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v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690245" algn="just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Leading 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to </a:t>
                      </a:r>
                      <a:r>
                        <a:rPr sz="1800" spc="-3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feelings of </a:t>
                      </a:r>
                      <a:r>
                        <a:rPr sz="1800" spc="-3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loneliness.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90955">
                <a:tc>
                  <a:txBody>
                    <a:bodyPr/>
                    <a:lstStyle/>
                    <a:p>
                      <a:pPr marL="91440" marR="3765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6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om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p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re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h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v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e 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Survey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Echo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Messaging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Applications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800" spc="-65" dirty="0">
                          <a:latin typeface="Calibri"/>
                          <a:cs typeface="Calibri"/>
                        </a:rPr>
                        <a:t>Dr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.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M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hael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Sm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2021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95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77470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800" spc="-15" dirty="0">
                          <a:latin typeface="Calibri"/>
                          <a:cs typeface="Calibri"/>
                        </a:rPr>
                        <a:t>Pearson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du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at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214629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eg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at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800" spc="-1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 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Other</a:t>
                      </a:r>
                      <a:r>
                        <a:rPr sz="18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Tools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12128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P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vacy</a:t>
                      </a:r>
                      <a:r>
                        <a:rPr sz="18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Concerns 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Distraction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FDF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90878">
                <a:tc>
                  <a:txBody>
                    <a:bodyPr/>
                    <a:lstStyle/>
                    <a:p>
                      <a:pPr marL="91440" marR="65913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Evol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uti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600" spc="-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and  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Social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 Implications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1800" spc="-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nde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2020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39179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15" dirty="0">
                          <a:latin typeface="Calibri"/>
                          <a:cs typeface="Calibri"/>
                        </a:rPr>
                        <a:t>International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Journal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 of 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mm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u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ti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n  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Systems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19812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Enhanced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P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vacy</a:t>
                      </a:r>
                      <a:r>
                        <a:rPr sz="18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F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u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27559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15" dirty="0">
                          <a:latin typeface="Calibri"/>
                          <a:cs typeface="Calibri"/>
                        </a:rPr>
                        <a:t>Digital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Fatigue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m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sus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spc="-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 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data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635" y="540512"/>
            <a:ext cx="386715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5" dirty="0"/>
              <a:t>E</a:t>
            </a:r>
            <a:r>
              <a:rPr spc="-60" dirty="0"/>
              <a:t>X</a:t>
            </a:r>
            <a:r>
              <a:rPr spc="-55" dirty="0"/>
              <a:t>I</a:t>
            </a:r>
            <a:r>
              <a:rPr spc="-90" dirty="0"/>
              <a:t>S</a:t>
            </a:r>
            <a:r>
              <a:rPr spc="-80" dirty="0"/>
              <a:t>T</a:t>
            </a:r>
            <a:r>
              <a:rPr spc="-55" dirty="0"/>
              <a:t>I</a:t>
            </a:r>
            <a:r>
              <a:rPr spc="-100" dirty="0"/>
              <a:t>N</a:t>
            </a:r>
            <a:r>
              <a:rPr dirty="0"/>
              <a:t>G</a:t>
            </a:r>
            <a:r>
              <a:rPr spc="-170" dirty="0"/>
              <a:t> </a:t>
            </a:r>
            <a:r>
              <a:rPr spc="-65" dirty="0"/>
              <a:t>SY</a:t>
            </a:r>
            <a:r>
              <a:rPr spc="-75" dirty="0"/>
              <a:t>S</a:t>
            </a:r>
            <a:r>
              <a:rPr spc="-80" dirty="0"/>
              <a:t>TE</a:t>
            </a:r>
            <a:r>
              <a:rPr dirty="0"/>
              <a:t>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635" y="1436623"/>
            <a:ext cx="9422765" cy="508571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469900" marR="328930" indent="-457834">
              <a:lnSpc>
                <a:spcPts val="3020"/>
              </a:lnSpc>
              <a:spcBef>
                <a:spcPts val="480"/>
              </a:spcBef>
              <a:buChar char="•"/>
              <a:tabLst>
                <a:tab pos="469265" algn="l"/>
                <a:tab pos="470534" algn="l"/>
                <a:tab pos="2054860" algn="l"/>
              </a:tabLst>
            </a:pP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Existing</a:t>
            </a:r>
            <a:r>
              <a:rPr sz="2800" spc="-3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systems</a:t>
            </a:r>
            <a:r>
              <a:rPr sz="2800" spc="-1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provide</a:t>
            </a:r>
            <a:r>
              <a:rPr sz="2800" spc="4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users</a:t>
            </a:r>
            <a:r>
              <a:rPr sz="2800" spc="-2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with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 diverse options</a:t>
            </a:r>
            <a:r>
              <a:rPr sz="2800" spc="2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for </a:t>
            </a:r>
            <a:r>
              <a:rPr sz="2800" spc="-76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echo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messaging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across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different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contexts,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platforms,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 and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user	preferences.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har char="•"/>
            </a:pPr>
            <a:endParaRPr sz="2700">
              <a:latin typeface="Arial MT"/>
              <a:cs typeface="Arial MT"/>
            </a:endParaRPr>
          </a:p>
          <a:p>
            <a:pPr marL="469900" marR="5080" indent="-457834" algn="just">
              <a:lnSpc>
                <a:spcPts val="3020"/>
              </a:lnSpc>
              <a:spcBef>
                <a:spcPts val="5"/>
              </a:spcBef>
              <a:buChar char="•"/>
              <a:tabLst>
                <a:tab pos="470534" algn="l"/>
              </a:tabLst>
            </a:pPr>
            <a:r>
              <a:rPr sz="2800" spc="-5" dirty="0">
                <a:latin typeface="Arial MT"/>
                <a:cs typeface="Arial MT"/>
              </a:rPr>
              <a:t>The platform's </a:t>
            </a:r>
            <a:r>
              <a:rPr sz="2800" dirty="0">
                <a:latin typeface="Arial MT"/>
                <a:cs typeface="Arial MT"/>
              </a:rPr>
              <a:t>anonymous </a:t>
            </a:r>
            <a:r>
              <a:rPr sz="2800" spc="-5" dirty="0">
                <a:latin typeface="Arial MT"/>
                <a:cs typeface="Arial MT"/>
              </a:rPr>
              <a:t>chat feature allows users </a:t>
            </a:r>
            <a:r>
              <a:rPr sz="2800" spc="-30" dirty="0">
                <a:latin typeface="Arial MT"/>
                <a:cs typeface="Arial MT"/>
              </a:rPr>
              <a:t>to 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engage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in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conversations</a:t>
            </a:r>
            <a:r>
              <a:rPr sz="2800" dirty="0">
                <a:latin typeface="Arial MT"/>
                <a:cs typeface="Arial MT"/>
              </a:rPr>
              <a:t> revealing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their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identities, 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promoting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open</a:t>
            </a:r>
            <a:r>
              <a:rPr sz="2800" spc="3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dialogue</a:t>
            </a:r>
            <a:r>
              <a:rPr sz="2800" spc="3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while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preserving</a:t>
            </a:r>
            <a:r>
              <a:rPr sz="2800" spc="20" dirty="0">
                <a:latin typeface="Arial MT"/>
                <a:cs typeface="Arial MT"/>
              </a:rPr>
              <a:t> </a:t>
            </a:r>
            <a:r>
              <a:rPr sz="2800" spc="-45" dirty="0">
                <a:latin typeface="Arial MT"/>
                <a:cs typeface="Arial MT"/>
              </a:rPr>
              <a:t>privacy.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har char="•"/>
            </a:pPr>
            <a:endParaRPr sz="2650">
              <a:latin typeface="Arial MT"/>
              <a:cs typeface="Arial MT"/>
            </a:endParaRPr>
          </a:p>
          <a:p>
            <a:pPr marL="469900" marR="5080" indent="-457834" algn="just">
              <a:lnSpc>
                <a:spcPct val="90000"/>
              </a:lnSpc>
              <a:spcBef>
                <a:spcPts val="5"/>
              </a:spcBef>
              <a:buChar char="•"/>
              <a:tabLst>
                <a:tab pos="470534" algn="l"/>
              </a:tabLst>
            </a:pPr>
            <a:r>
              <a:rPr sz="2800" spc="-5" dirty="0">
                <a:latin typeface="Arial MT"/>
                <a:cs typeface="Arial MT"/>
              </a:rPr>
              <a:t>Lack </a:t>
            </a:r>
            <a:r>
              <a:rPr sz="2800" spc="-10" dirty="0">
                <a:latin typeface="Arial MT"/>
                <a:cs typeface="Arial MT"/>
              </a:rPr>
              <a:t>of Support: </a:t>
            </a:r>
            <a:r>
              <a:rPr sz="2800" spc="-5" dirty="0">
                <a:latin typeface="Arial MT"/>
                <a:cs typeface="Arial MT"/>
              </a:rPr>
              <a:t>Older chat </a:t>
            </a:r>
            <a:r>
              <a:rPr sz="2800" dirty="0">
                <a:latin typeface="Arial MT"/>
                <a:cs typeface="Arial MT"/>
              </a:rPr>
              <a:t>applications </a:t>
            </a:r>
            <a:r>
              <a:rPr sz="2800" spc="-5" dirty="0">
                <a:latin typeface="Arial MT"/>
                <a:cs typeface="Arial MT"/>
              </a:rPr>
              <a:t>may </a:t>
            </a:r>
            <a:r>
              <a:rPr sz="2800" spc="-10" dirty="0">
                <a:latin typeface="Arial MT"/>
                <a:cs typeface="Arial MT"/>
              </a:rPr>
              <a:t>no </a:t>
            </a:r>
            <a:r>
              <a:rPr sz="2800" spc="-5" dirty="0">
                <a:latin typeface="Arial MT"/>
                <a:cs typeface="Arial MT"/>
              </a:rPr>
              <a:t>longer 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be supported </a:t>
            </a:r>
            <a:r>
              <a:rPr sz="2800" dirty="0">
                <a:latin typeface="Arial MT"/>
                <a:cs typeface="Arial MT"/>
              </a:rPr>
              <a:t>by </a:t>
            </a:r>
            <a:r>
              <a:rPr sz="2800" spc="-5" dirty="0">
                <a:latin typeface="Arial MT"/>
                <a:cs typeface="Arial MT"/>
              </a:rPr>
              <a:t>their </a:t>
            </a:r>
            <a:r>
              <a:rPr sz="2800" dirty="0">
                <a:latin typeface="Arial MT"/>
                <a:cs typeface="Arial MT"/>
              </a:rPr>
              <a:t>developers, </a:t>
            </a:r>
            <a:r>
              <a:rPr sz="2800" spc="-5" dirty="0">
                <a:latin typeface="Arial MT"/>
                <a:cs typeface="Arial MT"/>
              </a:rPr>
              <a:t>meaning users may </a:t>
            </a:r>
            <a:r>
              <a:rPr sz="2800" dirty="0">
                <a:latin typeface="Arial MT"/>
                <a:cs typeface="Arial MT"/>
              </a:rPr>
              <a:t> not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receive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updates,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bug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fixes,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or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technical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support, </a:t>
            </a:r>
            <a:r>
              <a:rPr sz="2800" dirty="0">
                <a:latin typeface="Arial MT"/>
                <a:cs typeface="Arial MT"/>
              </a:rPr>
              <a:t> leaving them vulnerable </a:t>
            </a:r>
            <a:r>
              <a:rPr sz="2800" spc="-5" dirty="0">
                <a:latin typeface="Arial MT"/>
                <a:cs typeface="Arial MT"/>
              </a:rPr>
              <a:t>to security threats </a:t>
            </a:r>
            <a:r>
              <a:rPr sz="2800" dirty="0">
                <a:latin typeface="Arial MT"/>
                <a:cs typeface="Arial MT"/>
              </a:rPr>
              <a:t>and </a:t>
            </a:r>
            <a:r>
              <a:rPr sz="2800" spc="-5" dirty="0">
                <a:latin typeface="Arial MT"/>
                <a:cs typeface="Arial MT"/>
              </a:rPr>
              <a:t>usability </a:t>
            </a:r>
            <a:r>
              <a:rPr sz="2800" dirty="0">
                <a:latin typeface="Arial MT"/>
                <a:cs typeface="Arial MT"/>
              </a:rPr>
              <a:t> issues.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635" y="540512"/>
            <a:ext cx="424561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0" dirty="0"/>
              <a:t>P</a:t>
            </a:r>
            <a:r>
              <a:rPr spc="-80" dirty="0"/>
              <a:t>R</a:t>
            </a:r>
            <a:r>
              <a:rPr spc="-100" dirty="0"/>
              <a:t>O</a:t>
            </a:r>
            <a:r>
              <a:rPr spc="-90" dirty="0"/>
              <a:t>P</a:t>
            </a:r>
            <a:r>
              <a:rPr spc="-114" dirty="0"/>
              <a:t>O</a:t>
            </a:r>
            <a:r>
              <a:rPr spc="-90" dirty="0"/>
              <a:t>S</a:t>
            </a:r>
            <a:r>
              <a:rPr spc="-80" dirty="0"/>
              <a:t>E</a:t>
            </a:r>
            <a:r>
              <a:rPr dirty="0"/>
              <a:t>D</a:t>
            </a:r>
            <a:r>
              <a:rPr spc="-200" dirty="0"/>
              <a:t> </a:t>
            </a:r>
            <a:r>
              <a:rPr spc="-75" dirty="0"/>
              <a:t>S</a:t>
            </a:r>
            <a:r>
              <a:rPr spc="-80" dirty="0"/>
              <a:t>Y</a:t>
            </a:r>
            <a:r>
              <a:rPr spc="-75" dirty="0"/>
              <a:t>S</a:t>
            </a:r>
            <a:r>
              <a:rPr spc="-90" dirty="0"/>
              <a:t>TE</a:t>
            </a:r>
            <a:r>
              <a:rPr dirty="0"/>
              <a:t>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2000" y="1524000"/>
            <a:ext cx="10018395" cy="630499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830" marR="274955">
              <a:spcBef>
                <a:spcPts val="95"/>
              </a:spcBef>
              <a:buClr>
                <a:srgbClr val="0D0D0D"/>
              </a:buClr>
              <a:buSzPct val="64285"/>
              <a:tabLst>
                <a:tab pos="364490" algn="l"/>
                <a:tab pos="365125" algn="l"/>
                <a:tab pos="2216150" algn="l"/>
                <a:tab pos="2802890" algn="l"/>
                <a:tab pos="4417060" algn="l"/>
                <a:tab pos="5495925" algn="l"/>
                <a:tab pos="6463665" algn="l"/>
                <a:tab pos="7779384" algn="l"/>
                <a:tab pos="8564245" algn="l"/>
              </a:tabLst>
            </a:pPr>
            <a:r>
              <a:rPr dirty="0"/>
              <a:t>	</a:t>
            </a:r>
            <a:endParaRPr sz="2600" dirty="0">
              <a:latin typeface="Arial MT"/>
              <a:cs typeface="Arial MT"/>
            </a:endParaRPr>
          </a:p>
          <a:p>
            <a:pPr marL="481965" marR="110489" indent="-469900">
              <a:lnSpc>
                <a:spcPct val="100000"/>
              </a:lnSpc>
              <a:buChar char="•"/>
              <a:tabLst>
                <a:tab pos="481965" algn="l"/>
                <a:tab pos="482600" algn="l"/>
              </a:tabLst>
            </a:pPr>
            <a:r>
              <a:rPr sz="2800" spc="-5" dirty="0">
                <a:latin typeface="Arial MT"/>
                <a:cs typeface="Arial MT"/>
              </a:rPr>
              <a:t>All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your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data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will be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stored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on the</a:t>
            </a:r>
            <a:r>
              <a:rPr sz="2800" dirty="0">
                <a:latin typeface="Arial MT"/>
                <a:cs typeface="Arial MT"/>
              </a:rPr>
              <a:t> database</a:t>
            </a:r>
            <a:r>
              <a:rPr sz="2800" spc="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so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that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they</a:t>
            </a:r>
            <a:r>
              <a:rPr sz="2800" spc="-5" dirty="0">
                <a:latin typeface="Arial MT"/>
                <a:cs typeface="Arial MT"/>
              </a:rPr>
              <a:t> can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be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restored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once</a:t>
            </a:r>
            <a:r>
              <a:rPr sz="2800" spc="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you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login</a:t>
            </a:r>
            <a:r>
              <a:rPr sz="2800" spc="2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again.</a:t>
            </a:r>
            <a:endParaRPr lang="en-US" sz="2800" spc="-5" dirty="0">
              <a:latin typeface="Arial MT"/>
              <a:cs typeface="Arial MT"/>
            </a:endParaRPr>
          </a:p>
          <a:p>
            <a:pPr marL="12065" marR="110489">
              <a:lnSpc>
                <a:spcPct val="100000"/>
              </a:lnSpc>
              <a:tabLst>
                <a:tab pos="481965" algn="l"/>
                <a:tab pos="482600" algn="l"/>
              </a:tabLst>
            </a:pPr>
            <a:endParaRPr lang="en-US" sz="2800" spc="-5" dirty="0">
              <a:latin typeface="Arial MT"/>
              <a:cs typeface="Arial MT"/>
            </a:endParaRPr>
          </a:p>
          <a:p>
            <a:pPr marL="481965" marR="110489" indent="-469900">
              <a:buFontTx/>
              <a:buChar char="•"/>
              <a:tabLst>
                <a:tab pos="481965" algn="l"/>
                <a:tab pos="482600" algn="l"/>
              </a:tabLst>
            </a:pPr>
            <a:r>
              <a:rPr lang="en-US" sz="2800" spc="-5" dirty="0">
                <a:solidFill>
                  <a:srgbClr val="0D0D0D"/>
                </a:solidFill>
                <a:latin typeface="Arial MT"/>
                <a:cs typeface="Arial MT"/>
              </a:rPr>
              <a:t>Imple</a:t>
            </a:r>
            <a:r>
              <a:rPr lang="en-US" sz="2800" spc="-10" dirty="0">
                <a:solidFill>
                  <a:srgbClr val="0D0D0D"/>
                </a:solidFill>
                <a:latin typeface="Arial MT"/>
                <a:cs typeface="Arial MT"/>
              </a:rPr>
              <a:t>m</a:t>
            </a:r>
            <a:r>
              <a:rPr lang="en-US" sz="2800" spc="10" dirty="0">
                <a:solidFill>
                  <a:srgbClr val="0D0D0D"/>
                </a:solidFill>
                <a:latin typeface="Arial MT"/>
                <a:cs typeface="Arial MT"/>
              </a:rPr>
              <a:t>e</a:t>
            </a:r>
            <a:r>
              <a:rPr lang="en-US" sz="2800" dirty="0">
                <a:solidFill>
                  <a:srgbClr val="0D0D0D"/>
                </a:solidFill>
                <a:latin typeface="Arial MT"/>
                <a:cs typeface="Arial MT"/>
              </a:rPr>
              <a:t>n</a:t>
            </a:r>
            <a:r>
              <a:rPr lang="en-US" sz="2800" spc="-5" dirty="0">
                <a:solidFill>
                  <a:srgbClr val="0D0D0D"/>
                </a:solidFill>
                <a:latin typeface="Arial MT"/>
                <a:cs typeface="Arial MT"/>
              </a:rPr>
              <a:t>t</a:t>
            </a:r>
            <a:r>
              <a:rPr lang="en-US" sz="2800" dirty="0">
                <a:solidFill>
                  <a:srgbClr val="0D0D0D"/>
                </a:solidFill>
                <a:latin typeface="Arial MT"/>
                <a:cs typeface="Arial MT"/>
              </a:rPr>
              <a:t>	</a:t>
            </a:r>
            <a:r>
              <a:rPr lang="en-US" sz="2800" spc="-5" dirty="0">
                <a:solidFill>
                  <a:srgbClr val="0D0D0D"/>
                </a:solidFill>
                <a:latin typeface="Arial MT"/>
                <a:cs typeface="Arial MT"/>
              </a:rPr>
              <a:t>an</a:t>
            </a:r>
            <a:r>
              <a:rPr lang="en-US" sz="2800" dirty="0">
                <a:solidFill>
                  <a:srgbClr val="0D0D0D"/>
                </a:solidFill>
                <a:latin typeface="Arial MT"/>
                <a:cs typeface="Arial MT"/>
              </a:rPr>
              <a:t>	</a:t>
            </a:r>
            <a:r>
              <a:rPr lang="en-US" sz="2800" spc="-25" dirty="0">
                <a:solidFill>
                  <a:srgbClr val="0D0D0D"/>
                </a:solidFill>
                <a:latin typeface="Arial MT"/>
                <a:cs typeface="Arial MT"/>
              </a:rPr>
              <a:t>A</a:t>
            </a:r>
            <a:r>
              <a:rPr lang="en-US" sz="2800" dirty="0">
                <a:solidFill>
                  <a:srgbClr val="0D0D0D"/>
                </a:solidFill>
                <a:latin typeface="Arial MT"/>
                <a:cs typeface="Arial MT"/>
              </a:rPr>
              <a:t>I</a:t>
            </a:r>
            <a:r>
              <a:rPr lang="en-US" sz="2800" spc="-5" dirty="0">
                <a:solidFill>
                  <a:srgbClr val="0D0D0D"/>
                </a:solidFill>
                <a:latin typeface="Arial MT"/>
                <a:cs typeface="Arial MT"/>
              </a:rPr>
              <a:t>-driven</a:t>
            </a:r>
            <a:r>
              <a:rPr lang="en-US" sz="2800" dirty="0">
                <a:solidFill>
                  <a:srgbClr val="0D0D0D"/>
                </a:solidFill>
                <a:latin typeface="Arial MT"/>
                <a:cs typeface="Arial MT"/>
              </a:rPr>
              <a:t>	</a:t>
            </a:r>
            <a:r>
              <a:rPr lang="en-US" sz="2800" spc="-5" dirty="0">
                <a:solidFill>
                  <a:srgbClr val="0D0D0D"/>
                </a:solidFill>
                <a:latin typeface="Arial MT"/>
                <a:cs typeface="Arial MT"/>
              </a:rPr>
              <a:t>s</a:t>
            </a:r>
            <a:r>
              <a:rPr lang="en-US" sz="2800" spc="-10" dirty="0">
                <a:solidFill>
                  <a:srgbClr val="0D0D0D"/>
                </a:solidFill>
                <a:latin typeface="Arial MT"/>
                <a:cs typeface="Arial MT"/>
              </a:rPr>
              <a:t>m</a:t>
            </a:r>
            <a:r>
              <a:rPr lang="en-US" sz="2800" spc="-5" dirty="0">
                <a:solidFill>
                  <a:srgbClr val="0D0D0D"/>
                </a:solidFill>
                <a:latin typeface="Arial MT"/>
                <a:cs typeface="Arial MT"/>
              </a:rPr>
              <a:t>art</a:t>
            </a:r>
            <a:r>
              <a:rPr lang="en-US" sz="2800" dirty="0">
                <a:solidFill>
                  <a:srgbClr val="0D0D0D"/>
                </a:solidFill>
                <a:latin typeface="Arial MT"/>
                <a:cs typeface="Arial MT"/>
              </a:rPr>
              <a:t>	  </a:t>
            </a:r>
            <a:r>
              <a:rPr lang="en-US" sz="2800" spc="-5" dirty="0">
                <a:solidFill>
                  <a:srgbClr val="0D0D0D"/>
                </a:solidFill>
                <a:latin typeface="Arial MT"/>
                <a:cs typeface="Arial MT"/>
              </a:rPr>
              <a:t>reply  </a:t>
            </a:r>
            <a:r>
              <a:rPr lang="en-US" sz="2800" dirty="0">
                <a:solidFill>
                  <a:srgbClr val="0D0D0D"/>
                </a:solidFill>
                <a:latin typeface="Arial MT"/>
                <a:cs typeface="Arial MT"/>
              </a:rPr>
              <a:t>sys</a:t>
            </a:r>
            <a:r>
              <a:rPr lang="en-US" sz="2800" spc="-10" dirty="0">
                <a:solidFill>
                  <a:srgbClr val="0D0D0D"/>
                </a:solidFill>
                <a:latin typeface="Arial MT"/>
                <a:cs typeface="Arial MT"/>
              </a:rPr>
              <a:t>t</a:t>
            </a:r>
            <a:r>
              <a:rPr lang="en-US" sz="2800" spc="-5" dirty="0">
                <a:solidFill>
                  <a:srgbClr val="0D0D0D"/>
                </a:solidFill>
                <a:latin typeface="Arial MT"/>
                <a:cs typeface="Arial MT"/>
              </a:rPr>
              <a:t>em and   s</a:t>
            </a:r>
            <a:r>
              <a:rPr lang="en-US" sz="2800" dirty="0">
                <a:solidFill>
                  <a:srgbClr val="0D0D0D"/>
                </a:solidFill>
                <a:latin typeface="Arial MT"/>
                <a:cs typeface="Arial MT"/>
              </a:rPr>
              <a:t>e</a:t>
            </a:r>
            <a:r>
              <a:rPr lang="en-US" sz="2800" spc="-5" dirty="0">
                <a:solidFill>
                  <a:srgbClr val="0D0D0D"/>
                </a:solidFill>
                <a:latin typeface="Arial MT"/>
                <a:cs typeface="Arial MT"/>
              </a:rPr>
              <a:t>cur</a:t>
            </a:r>
            <a:r>
              <a:rPr lang="en-US" sz="2800" spc="10" dirty="0">
                <a:solidFill>
                  <a:srgbClr val="0D0D0D"/>
                </a:solidFill>
                <a:latin typeface="Arial MT"/>
                <a:cs typeface="Arial MT"/>
              </a:rPr>
              <a:t>e</a:t>
            </a:r>
            <a:r>
              <a:rPr lang="en-US" sz="2800" dirty="0">
                <a:solidFill>
                  <a:srgbClr val="0D0D0D"/>
                </a:solidFill>
                <a:latin typeface="Arial MT"/>
                <a:cs typeface="Arial MT"/>
              </a:rPr>
              <a:t>, </a:t>
            </a:r>
            <a:r>
              <a:rPr lang="en-US" sz="2800" spc="-5" dirty="0">
                <a:solidFill>
                  <a:srgbClr val="0D0D0D"/>
                </a:solidFill>
                <a:latin typeface="Arial MT"/>
                <a:cs typeface="Arial MT"/>
              </a:rPr>
              <a:t>login</a:t>
            </a:r>
            <a:r>
              <a:rPr lang="en-US" sz="2800" spc="2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lang="en-US" sz="2800" spc="-5" dirty="0">
                <a:solidFill>
                  <a:srgbClr val="0D0D0D"/>
                </a:solidFill>
                <a:latin typeface="Arial MT"/>
                <a:cs typeface="Arial MT"/>
              </a:rPr>
              <a:t>system</a:t>
            </a:r>
            <a:r>
              <a:rPr lang="en-US" sz="2800" spc="-6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lang="en-US" sz="2800" dirty="0">
                <a:solidFill>
                  <a:srgbClr val="0D0D0D"/>
                </a:solidFill>
                <a:latin typeface="Arial MT"/>
                <a:cs typeface="Arial MT"/>
              </a:rPr>
              <a:t>and</a:t>
            </a:r>
            <a:r>
              <a:rPr lang="en-US" sz="2800" spc="3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lang="en-US" sz="2800" spc="-5" dirty="0">
                <a:solidFill>
                  <a:srgbClr val="0D0D0D"/>
                </a:solidFill>
                <a:latin typeface="Arial MT"/>
                <a:cs typeface="Arial MT"/>
              </a:rPr>
              <a:t>Sign up</a:t>
            </a:r>
            <a:r>
              <a:rPr lang="en-US" sz="2800" spc="3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lang="en-US" sz="2800" spc="-5" dirty="0">
                <a:solidFill>
                  <a:srgbClr val="0D0D0D"/>
                </a:solidFill>
                <a:latin typeface="Arial MT"/>
                <a:cs typeface="Arial MT"/>
              </a:rPr>
              <a:t>System</a:t>
            </a:r>
            <a:r>
              <a:rPr lang="en-US" sz="2800" spc="-3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lang="en-US" sz="2800" spc="-5" dirty="0">
                <a:solidFill>
                  <a:srgbClr val="0D0D0D"/>
                </a:solidFill>
                <a:latin typeface="Arial MT"/>
                <a:cs typeface="Arial MT"/>
              </a:rPr>
              <a:t>for</a:t>
            </a:r>
            <a:r>
              <a:rPr lang="en-US" sz="280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lang="en-US" sz="2800" spc="-5" dirty="0">
                <a:solidFill>
                  <a:srgbClr val="0D0D0D"/>
                </a:solidFill>
                <a:latin typeface="Arial MT"/>
                <a:cs typeface="Arial MT"/>
              </a:rPr>
              <a:t>user</a:t>
            </a:r>
            <a:r>
              <a:rPr lang="en-US" sz="2800" spc="1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lang="en-US" sz="2800" dirty="0">
                <a:solidFill>
                  <a:srgbClr val="0D0D0D"/>
                </a:solidFill>
                <a:latin typeface="Arial MT"/>
                <a:cs typeface="Arial MT"/>
              </a:rPr>
              <a:t>authentication.</a:t>
            </a:r>
            <a:endParaRPr lang="en-US" sz="2800" spc="-5" dirty="0">
              <a:latin typeface="Arial MT"/>
              <a:cs typeface="Arial MT"/>
            </a:endParaRPr>
          </a:p>
          <a:p>
            <a:pPr marL="12065" marR="110489">
              <a:lnSpc>
                <a:spcPct val="100000"/>
              </a:lnSpc>
              <a:tabLst>
                <a:tab pos="481965" algn="l"/>
                <a:tab pos="482600" algn="l"/>
              </a:tabLst>
            </a:pPr>
            <a:endParaRPr lang="en-US" sz="2800" spc="-5" dirty="0">
              <a:latin typeface="Arial MT"/>
              <a:cs typeface="Arial MT"/>
            </a:endParaRPr>
          </a:p>
          <a:p>
            <a:pPr marL="481965" marR="110489" indent="-469900">
              <a:lnSpc>
                <a:spcPct val="100000"/>
              </a:lnSpc>
              <a:buChar char="•"/>
              <a:tabLst>
                <a:tab pos="481965" algn="l"/>
                <a:tab pos="482600" algn="l"/>
              </a:tabLst>
            </a:pPr>
            <a:r>
              <a:rPr lang="en-US" sz="2800" dirty="0">
                <a:latin typeface="Arial MT"/>
                <a:cs typeface="Arial MT"/>
              </a:rPr>
              <a:t>You can search for others who using this web </a:t>
            </a:r>
            <a:r>
              <a:rPr lang="en-US" sz="2800" dirty="0" err="1">
                <a:latin typeface="Arial MT"/>
                <a:cs typeface="Arial MT"/>
              </a:rPr>
              <a:t>app,you</a:t>
            </a:r>
            <a:r>
              <a:rPr lang="en-US" sz="2800" dirty="0">
                <a:latin typeface="Arial MT"/>
                <a:cs typeface="Arial MT"/>
              </a:rPr>
              <a:t> can</a:t>
            </a:r>
          </a:p>
          <a:p>
            <a:pPr marL="12065" marR="110489">
              <a:lnSpc>
                <a:spcPct val="100000"/>
              </a:lnSpc>
              <a:tabLst>
                <a:tab pos="481965" algn="l"/>
                <a:tab pos="482600" algn="l"/>
              </a:tabLst>
            </a:pPr>
            <a:r>
              <a:rPr lang="en-US" sz="2800" dirty="0">
                <a:latin typeface="Arial MT"/>
                <a:cs typeface="Arial MT"/>
              </a:rPr>
              <a:t>     create groups and you can add or remove members from</a:t>
            </a:r>
          </a:p>
          <a:p>
            <a:pPr marL="12065" marR="110489">
              <a:lnSpc>
                <a:spcPct val="100000"/>
              </a:lnSpc>
              <a:tabLst>
                <a:tab pos="481965" algn="l"/>
                <a:tab pos="482600" algn="l"/>
              </a:tabLst>
            </a:pPr>
            <a:r>
              <a:rPr lang="en-US" sz="2800" dirty="0">
                <a:latin typeface="Arial MT"/>
                <a:cs typeface="Arial MT"/>
              </a:rPr>
              <a:t>     group.</a:t>
            </a:r>
          </a:p>
          <a:p>
            <a:pPr marL="12065" marR="110489">
              <a:lnSpc>
                <a:spcPct val="100000"/>
              </a:lnSpc>
              <a:tabLst>
                <a:tab pos="481965" algn="l"/>
                <a:tab pos="482600" algn="l"/>
              </a:tabLst>
            </a:pPr>
            <a:endParaRPr lang="en-US" sz="2800" dirty="0">
              <a:latin typeface="Arial MT"/>
              <a:cs typeface="Arial MT"/>
            </a:endParaRPr>
          </a:p>
          <a:p>
            <a:pPr marL="12065" marR="110489">
              <a:lnSpc>
                <a:spcPct val="100000"/>
              </a:lnSpc>
              <a:tabLst>
                <a:tab pos="481965" algn="l"/>
                <a:tab pos="482600" algn="l"/>
              </a:tabLst>
            </a:pPr>
            <a:r>
              <a:rPr lang="en-US" sz="2800" dirty="0">
                <a:latin typeface="Arial MT"/>
                <a:cs typeface="Arial MT"/>
              </a:rPr>
              <a:t> </a:t>
            </a:r>
            <a:endParaRPr sz="2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har char="•"/>
            </a:pPr>
            <a:endParaRPr sz="3000" dirty="0">
              <a:latin typeface="Arial MT"/>
              <a:cs typeface="Arial MT"/>
            </a:endParaRPr>
          </a:p>
          <a:p>
            <a:pPr marL="36830" marR="5080" algn="just">
              <a:lnSpc>
                <a:spcPct val="89200"/>
              </a:lnSpc>
              <a:spcBef>
                <a:spcPts val="5"/>
              </a:spcBef>
              <a:buClr>
                <a:srgbClr val="0D0D0D"/>
              </a:buClr>
              <a:buSzPct val="64285"/>
              <a:tabLst>
                <a:tab pos="366395" algn="l"/>
              </a:tabLst>
            </a:pPr>
            <a:endParaRPr sz="2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635" y="540512"/>
            <a:ext cx="356933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M</a:t>
            </a:r>
            <a:r>
              <a:rPr spc="-65" dirty="0"/>
              <a:t>ET</a:t>
            </a:r>
            <a:r>
              <a:rPr spc="-90" dirty="0"/>
              <a:t>H</a:t>
            </a:r>
            <a:r>
              <a:rPr spc="-85" dirty="0"/>
              <a:t>O</a:t>
            </a:r>
            <a:r>
              <a:rPr spc="-80" dirty="0"/>
              <a:t>D</a:t>
            </a:r>
            <a:r>
              <a:rPr spc="-100" dirty="0"/>
              <a:t>O</a:t>
            </a:r>
            <a:r>
              <a:rPr spc="-75" dirty="0"/>
              <a:t>L</a:t>
            </a:r>
            <a:r>
              <a:rPr spc="-85" dirty="0"/>
              <a:t>O</a:t>
            </a:r>
            <a:r>
              <a:rPr spc="-90" dirty="0"/>
              <a:t>G</a:t>
            </a:r>
            <a:r>
              <a:rPr dirty="0"/>
              <a:t>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1187" y="1731391"/>
            <a:ext cx="10437495" cy="4086860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241300" marR="5080" indent="-228600">
              <a:lnSpc>
                <a:spcPts val="2700"/>
              </a:lnSpc>
              <a:spcBef>
                <a:spcPts val="735"/>
              </a:spcBef>
              <a:buChar char="•"/>
              <a:tabLst>
                <a:tab pos="241300" algn="l"/>
              </a:tabLst>
            </a:pP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The</a:t>
            </a:r>
            <a:r>
              <a:rPr sz="2800" spc="12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spc="-20" dirty="0">
                <a:solidFill>
                  <a:srgbClr val="0D0D0D"/>
                </a:solidFill>
                <a:latin typeface="Arial MT"/>
                <a:cs typeface="Arial MT"/>
              </a:rPr>
              <a:t>MERN</a:t>
            </a:r>
            <a:r>
              <a:rPr sz="2800" spc="14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stack</a:t>
            </a:r>
            <a:r>
              <a:rPr sz="2800" spc="12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is</a:t>
            </a:r>
            <a:r>
              <a:rPr sz="2800" spc="13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a</a:t>
            </a:r>
            <a:r>
              <a:rPr sz="2800" spc="114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robust</a:t>
            </a:r>
            <a:r>
              <a:rPr sz="2800" spc="10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and</a:t>
            </a:r>
            <a:r>
              <a:rPr sz="2800" spc="13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popular</a:t>
            </a:r>
            <a:r>
              <a:rPr sz="2800" spc="14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technology</a:t>
            </a:r>
            <a:r>
              <a:rPr sz="2800" spc="15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stack</a:t>
            </a:r>
            <a:r>
              <a:rPr sz="2800" spc="12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used </a:t>
            </a:r>
            <a:r>
              <a:rPr sz="2800" spc="-76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for building</a:t>
            </a:r>
            <a:r>
              <a:rPr sz="2800" spc="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modern,</a:t>
            </a:r>
            <a:r>
              <a:rPr sz="2800" spc="2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full-stack</a:t>
            </a:r>
            <a:r>
              <a:rPr sz="2800" spc="-2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D0D0D"/>
                </a:solidFill>
                <a:latin typeface="Arial MT"/>
                <a:cs typeface="Arial MT"/>
              </a:rPr>
              <a:t>web</a:t>
            </a:r>
            <a:r>
              <a:rPr sz="2800" spc="2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applications.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0D0D0D"/>
              </a:buClr>
              <a:buFont typeface="Arial MT"/>
              <a:buChar char="•"/>
            </a:pPr>
            <a:endParaRPr sz="38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buChar char="•"/>
              <a:tabLst>
                <a:tab pos="241300" algn="l"/>
              </a:tabLst>
            </a:pP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The</a:t>
            </a:r>
            <a:r>
              <a:rPr sz="2800" spc="1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Google</a:t>
            </a:r>
            <a:r>
              <a:rPr sz="2800" spc="-41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Authentication</a:t>
            </a:r>
            <a:r>
              <a:rPr sz="2800" spc="3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and</a:t>
            </a:r>
            <a:r>
              <a:rPr sz="2800" spc="1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Firebase</a:t>
            </a:r>
            <a:r>
              <a:rPr sz="2800" spc="2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has</a:t>
            </a:r>
            <a:r>
              <a:rPr sz="2800" spc="4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been</a:t>
            </a:r>
            <a:r>
              <a:rPr sz="2800" spc="-1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Used.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0D0D0D"/>
              </a:buClr>
              <a:buFont typeface="Arial MT"/>
              <a:buChar char="•"/>
            </a:pPr>
            <a:endParaRPr sz="38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buChar char="•"/>
              <a:tabLst>
                <a:tab pos="241300" algn="l"/>
              </a:tabLst>
            </a:pP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Hosting</a:t>
            </a:r>
            <a:r>
              <a:rPr sz="2800" spc="-5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–</a:t>
            </a:r>
            <a:r>
              <a:rPr sz="2800" spc="-8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spc="-35" dirty="0">
                <a:solidFill>
                  <a:srgbClr val="0D0D0D"/>
                </a:solidFill>
                <a:latin typeface="Arial MT"/>
                <a:cs typeface="Arial MT"/>
              </a:rPr>
              <a:t>Netifly,Gitpages.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0D0D0D"/>
              </a:buClr>
              <a:buFont typeface="Arial MT"/>
              <a:buChar char="•"/>
            </a:pPr>
            <a:endParaRPr sz="4350">
              <a:latin typeface="Arial MT"/>
              <a:cs typeface="Arial MT"/>
            </a:endParaRPr>
          </a:p>
          <a:p>
            <a:pPr marL="241300" marR="191135" indent="-228600">
              <a:lnSpc>
                <a:spcPts val="2700"/>
              </a:lnSpc>
              <a:spcBef>
                <a:spcPts val="5"/>
              </a:spcBef>
              <a:buChar char="•"/>
              <a:tabLst>
                <a:tab pos="241300" algn="l"/>
              </a:tabLst>
            </a:pP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Develop</a:t>
            </a:r>
            <a:r>
              <a:rPr sz="2800" spc="19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backend</a:t>
            </a:r>
            <a:r>
              <a:rPr sz="2800" spc="23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infrastructure</a:t>
            </a:r>
            <a:r>
              <a:rPr sz="2800" spc="22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for</a:t>
            </a:r>
            <a:r>
              <a:rPr sz="2800" spc="20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message</a:t>
            </a:r>
            <a:r>
              <a:rPr sz="2800" spc="22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storage,</a:t>
            </a:r>
            <a:r>
              <a:rPr sz="2800" spc="22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retrieval, </a:t>
            </a:r>
            <a:r>
              <a:rPr sz="2800" spc="-76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and </a:t>
            </a:r>
            <a:r>
              <a:rPr sz="2800" spc="-65" dirty="0">
                <a:solidFill>
                  <a:srgbClr val="0D0D0D"/>
                </a:solidFill>
                <a:latin typeface="Arial MT"/>
                <a:cs typeface="Arial MT"/>
              </a:rPr>
              <a:t>delivery.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635" y="671576"/>
            <a:ext cx="173482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40" dirty="0"/>
              <a:t>Wor</a:t>
            </a:r>
            <a:r>
              <a:rPr sz="3200" dirty="0"/>
              <a:t>k</a:t>
            </a:r>
            <a:r>
              <a:rPr sz="3200" spc="-180" dirty="0"/>
              <a:t> </a:t>
            </a:r>
            <a:r>
              <a:rPr sz="3200" spc="-25" dirty="0"/>
              <a:t>Fl</a:t>
            </a:r>
            <a:r>
              <a:rPr sz="3200" spc="-30" dirty="0"/>
              <a:t>o</a:t>
            </a:r>
            <a:r>
              <a:rPr sz="3200" dirty="0"/>
              <a:t>w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916635" y="1740788"/>
            <a:ext cx="10250805" cy="4143375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241300" marR="1242060" indent="-228600">
              <a:lnSpc>
                <a:spcPts val="2700"/>
              </a:lnSpc>
              <a:spcBef>
                <a:spcPts val="735"/>
              </a:spcBef>
              <a:buChar char="•"/>
              <a:tabLst>
                <a:tab pos="241300" algn="l"/>
              </a:tabLst>
            </a:pP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Frontend</a:t>
            </a:r>
            <a:r>
              <a:rPr sz="2800" spc="2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(React):</a:t>
            </a:r>
            <a:r>
              <a:rPr sz="2800" spc="3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Develop</a:t>
            </a:r>
            <a:r>
              <a:rPr sz="2800" spc="5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dynamic</a:t>
            </a:r>
            <a:r>
              <a:rPr sz="2800" spc="2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user</a:t>
            </a:r>
            <a:r>
              <a:rPr sz="2800" spc="3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interfaces</a:t>
            </a:r>
            <a:r>
              <a:rPr sz="2800" spc="2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spc="-15" dirty="0">
                <a:solidFill>
                  <a:srgbClr val="0D0D0D"/>
                </a:solidFill>
                <a:latin typeface="Arial MT"/>
                <a:cs typeface="Arial MT"/>
              </a:rPr>
              <a:t>and </a:t>
            </a:r>
            <a:r>
              <a:rPr sz="2800" spc="-76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manage</a:t>
            </a:r>
            <a:r>
              <a:rPr sz="2800" spc="2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client-side</a:t>
            </a:r>
            <a:r>
              <a:rPr sz="2800" spc="2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logic</a:t>
            </a:r>
            <a:r>
              <a:rPr sz="2800" spc="2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using</a:t>
            </a:r>
            <a:r>
              <a:rPr sz="2800" spc="-2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React</a:t>
            </a:r>
            <a:r>
              <a:rPr sz="2800" spc="-2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components.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0D0D0D"/>
              </a:buClr>
              <a:buFont typeface="Arial MT"/>
              <a:buChar char="•"/>
            </a:pPr>
            <a:endParaRPr sz="4500">
              <a:latin typeface="Arial MT"/>
              <a:cs typeface="Arial MT"/>
            </a:endParaRPr>
          </a:p>
          <a:p>
            <a:pPr marL="241300" marR="24765" indent="-228600" algn="just">
              <a:lnSpc>
                <a:spcPts val="2690"/>
              </a:lnSpc>
              <a:buChar char="•"/>
              <a:tabLst>
                <a:tab pos="241300" algn="l"/>
              </a:tabLst>
            </a:pP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Backend (Node.js </a:t>
            </a:r>
            <a:r>
              <a:rPr sz="2800" spc="-15" dirty="0">
                <a:solidFill>
                  <a:srgbClr val="0D0D0D"/>
                </a:solidFill>
                <a:latin typeface="Arial MT"/>
                <a:cs typeface="Arial MT"/>
              </a:rPr>
              <a:t>with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Express.js): Implement server-side logic </a:t>
            </a:r>
            <a:r>
              <a:rPr sz="2800" spc="-76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and manage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HTTP requests and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responses using Node.js </a:t>
            </a:r>
            <a:r>
              <a:rPr sz="2800" spc="-10" dirty="0">
                <a:solidFill>
                  <a:srgbClr val="0D0D0D"/>
                </a:solidFill>
                <a:latin typeface="Arial MT"/>
                <a:cs typeface="Arial MT"/>
              </a:rPr>
              <a:t>with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 the</a:t>
            </a:r>
            <a:r>
              <a:rPr sz="2800" spc="-2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Express.js</a:t>
            </a:r>
            <a:r>
              <a:rPr sz="2800" spc="-5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framework.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Clr>
                <a:srgbClr val="0D0D0D"/>
              </a:buClr>
              <a:buFont typeface="Arial MT"/>
              <a:buChar char="•"/>
            </a:pPr>
            <a:endParaRPr sz="4400">
              <a:latin typeface="Arial MT"/>
              <a:cs typeface="Arial MT"/>
            </a:endParaRPr>
          </a:p>
          <a:p>
            <a:pPr marL="241300" marR="5080" indent="-228600">
              <a:lnSpc>
                <a:spcPct val="80000"/>
              </a:lnSpc>
              <a:buChar char="•"/>
              <a:tabLst>
                <a:tab pos="241300" algn="l"/>
              </a:tabLst>
            </a:pP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Database</a:t>
            </a:r>
            <a:r>
              <a:rPr sz="2800" spc="1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(MongoDB):</a:t>
            </a:r>
            <a:r>
              <a:rPr sz="2800" spc="5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Store</a:t>
            </a:r>
            <a:r>
              <a:rPr sz="2800" spc="1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and</a:t>
            </a:r>
            <a:r>
              <a:rPr sz="2800" spc="2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retrieve</a:t>
            </a:r>
            <a:r>
              <a:rPr sz="2800" spc="4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data</a:t>
            </a:r>
            <a:r>
              <a:rPr sz="2800" spc="1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using</a:t>
            </a:r>
            <a:r>
              <a:rPr sz="2800" spc="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MongoDB, </a:t>
            </a:r>
            <a:r>
              <a:rPr sz="2800" spc="-76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a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flexible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NoSQL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database suitable for </a:t>
            </a:r>
            <a:r>
              <a:rPr sz="2800" spc="-10" dirty="0">
                <a:solidFill>
                  <a:srgbClr val="0D0D0D"/>
                </a:solidFill>
                <a:latin typeface="Arial MT"/>
                <a:cs typeface="Arial MT"/>
              </a:rPr>
              <a:t>web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applications </a:t>
            </a:r>
            <a:r>
              <a:rPr sz="2800" spc="-15" dirty="0">
                <a:solidFill>
                  <a:srgbClr val="0D0D0D"/>
                </a:solidFill>
                <a:latin typeface="Arial MT"/>
                <a:cs typeface="Arial MT"/>
              </a:rPr>
              <a:t>with </a:t>
            </a:r>
            <a:r>
              <a:rPr sz="2800" spc="-10" dirty="0">
                <a:solidFill>
                  <a:srgbClr val="0D0D0D"/>
                </a:solidFill>
                <a:latin typeface="Arial MT"/>
                <a:cs typeface="Arial MT"/>
              </a:rPr>
              <a:t> evolving</a:t>
            </a:r>
            <a:r>
              <a:rPr sz="2800" spc="4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data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structures.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635" y="540512"/>
            <a:ext cx="359219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F</a:t>
            </a:r>
            <a:r>
              <a:rPr spc="-145" dirty="0"/>
              <a:t>L</a:t>
            </a:r>
            <a:r>
              <a:rPr spc="-150" dirty="0"/>
              <a:t>O</a:t>
            </a:r>
            <a:r>
              <a:rPr dirty="0"/>
              <a:t>W</a:t>
            </a:r>
            <a:r>
              <a:rPr spc="-315" dirty="0"/>
              <a:t> </a:t>
            </a:r>
            <a:r>
              <a:rPr spc="-70" dirty="0"/>
              <a:t>D</a:t>
            </a:r>
            <a:r>
              <a:rPr spc="-20" dirty="0"/>
              <a:t>I</a:t>
            </a:r>
            <a:r>
              <a:rPr spc="-85" dirty="0"/>
              <a:t>A</a:t>
            </a:r>
            <a:r>
              <a:rPr spc="-114" dirty="0"/>
              <a:t>G</a:t>
            </a:r>
            <a:r>
              <a:rPr spc="-100" dirty="0"/>
              <a:t>R</a:t>
            </a:r>
            <a:r>
              <a:rPr spc="-85" dirty="0"/>
              <a:t>A</a:t>
            </a:r>
            <a:r>
              <a:rPr dirty="0"/>
              <a:t>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6AF02CF-A57E-DFE2-E38D-7E9D2FE42A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2928" y="1237107"/>
            <a:ext cx="5986144" cy="539229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635" y="540512"/>
            <a:ext cx="202311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10" dirty="0"/>
              <a:t>M</a:t>
            </a:r>
            <a:r>
              <a:rPr spc="-65" dirty="0"/>
              <a:t>O</a:t>
            </a:r>
            <a:r>
              <a:rPr spc="-60" dirty="0"/>
              <a:t>D</a:t>
            </a:r>
            <a:r>
              <a:rPr spc="-75" dirty="0"/>
              <a:t>U</a:t>
            </a:r>
            <a:r>
              <a:rPr spc="-45" dirty="0"/>
              <a:t>L</a:t>
            </a:r>
            <a:r>
              <a:rPr dirty="0"/>
              <a:t>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635" y="1747266"/>
            <a:ext cx="3432175" cy="1450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30" dirty="0">
                <a:latin typeface="Calibri"/>
                <a:cs typeface="Calibri"/>
              </a:rPr>
              <a:t>S</a:t>
            </a:r>
            <a:r>
              <a:rPr sz="2800" spc="-80" dirty="0">
                <a:latin typeface="Calibri"/>
                <a:cs typeface="Calibri"/>
              </a:rPr>
              <a:t>t</a:t>
            </a:r>
            <a:r>
              <a:rPr sz="2800" spc="-30" dirty="0">
                <a:latin typeface="Calibri"/>
                <a:cs typeface="Calibri"/>
              </a:rPr>
              <a:t>o</a:t>
            </a:r>
            <a:r>
              <a:rPr sz="2800" spc="-155" dirty="0">
                <a:latin typeface="Calibri"/>
                <a:cs typeface="Calibri"/>
              </a:rPr>
              <a:t>r</a:t>
            </a:r>
            <a:r>
              <a:rPr sz="2800" spc="-15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g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1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</a:t>
            </a:r>
            <a:r>
              <a:rPr sz="2800" spc="-5" dirty="0">
                <a:latin typeface="Calibri"/>
                <a:cs typeface="Calibri"/>
              </a:rPr>
              <a:t>o</a:t>
            </a:r>
            <a:r>
              <a:rPr sz="2800" spc="-25" dirty="0">
                <a:latin typeface="Calibri"/>
                <a:cs typeface="Calibri"/>
              </a:rPr>
              <a:t>du</a:t>
            </a:r>
            <a:r>
              <a:rPr sz="2800" spc="-35" dirty="0">
                <a:latin typeface="Calibri"/>
                <a:cs typeface="Calibri"/>
              </a:rPr>
              <a:t>l</a:t>
            </a:r>
            <a:r>
              <a:rPr sz="2800" spc="-5" dirty="0">
                <a:latin typeface="Calibri"/>
                <a:cs typeface="Calibri"/>
              </a:rPr>
              <a:t>e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 MT"/>
              <a:buChar char="•"/>
            </a:pPr>
            <a:endParaRPr sz="36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User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I</a:t>
            </a:r>
            <a:r>
              <a:rPr sz="2800" spc="-60" dirty="0">
                <a:latin typeface="Calibri"/>
                <a:cs typeface="Calibri"/>
              </a:rPr>
              <a:t>n</a:t>
            </a:r>
            <a:r>
              <a:rPr sz="2800" spc="-55" dirty="0">
                <a:latin typeface="Calibri"/>
                <a:cs typeface="Calibri"/>
              </a:rPr>
              <a:t>t</a:t>
            </a:r>
            <a:r>
              <a:rPr sz="2800" spc="-30" dirty="0">
                <a:latin typeface="Calibri"/>
                <a:cs typeface="Calibri"/>
              </a:rPr>
              <a:t>e</a:t>
            </a:r>
            <a:r>
              <a:rPr sz="2800" spc="-35" dirty="0">
                <a:latin typeface="Calibri"/>
                <a:cs typeface="Calibri"/>
              </a:rPr>
              <a:t>r</a:t>
            </a:r>
            <a:r>
              <a:rPr sz="2800" spc="-90" dirty="0">
                <a:latin typeface="Calibri"/>
                <a:cs typeface="Calibri"/>
              </a:rPr>
              <a:t>f</a:t>
            </a:r>
            <a:r>
              <a:rPr sz="2800" spc="-40" dirty="0">
                <a:latin typeface="Calibri"/>
                <a:cs typeface="Calibri"/>
              </a:rPr>
              <a:t>ac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19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Modu</a:t>
            </a:r>
            <a:r>
              <a:rPr sz="2800" spc="-20" dirty="0">
                <a:latin typeface="Calibri"/>
                <a:cs typeface="Calibri"/>
              </a:rPr>
              <a:t>l</a:t>
            </a:r>
            <a:r>
              <a:rPr sz="2800" spc="-5" dirty="0">
                <a:latin typeface="Calibri"/>
                <a:cs typeface="Calibri"/>
              </a:rPr>
              <a:t>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635" y="540512"/>
            <a:ext cx="346773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0" dirty="0"/>
              <a:t>S</a:t>
            </a:r>
            <a:r>
              <a:rPr spc="-70" dirty="0"/>
              <a:t>t</a:t>
            </a:r>
            <a:r>
              <a:rPr spc="-90" dirty="0"/>
              <a:t>o</a:t>
            </a:r>
            <a:r>
              <a:rPr spc="-70" dirty="0"/>
              <a:t>r</a:t>
            </a:r>
            <a:r>
              <a:rPr spc="-95" dirty="0"/>
              <a:t>a</a:t>
            </a:r>
            <a:r>
              <a:rPr spc="-85" dirty="0"/>
              <a:t>g</a:t>
            </a:r>
            <a:r>
              <a:rPr dirty="0"/>
              <a:t>e</a:t>
            </a:r>
            <a:r>
              <a:rPr spc="-340" dirty="0"/>
              <a:t> </a:t>
            </a:r>
            <a:r>
              <a:rPr spc="-95" dirty="0"/>
              <a:t>M</a:t>
            </a:r>
            <a:r>
              <a:rPr spc="-80" dirty="0"/>
              <a:t>odu</a:t>
            </a:r>
            <a:r>
              <a:rPr spc="-50" dirty="0"/>
              <a:t>l</a:t>
            </a:r>
            <a:r>
              <a:rPr dirty="0"/>
              <a:t>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635" y="1743201"/>
            <a:ext cx="10170160" cy="3790315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241300" marR="5080" indent="-228600" algn="just">
              <a:lnSpc>
                <a:spcPts val="2700"/>
              </a:lnSpc>
              <a:spcBef>
                <a:spcPts val="735"/>
              </a:spcBef>
              <a:buChar char="•"/>
              <a:tabLst>
                <a:tab pos="241300" algn="l"/>
              </a:tabLst>
            </a:pP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The storage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module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in the </a:t>
            </a:r>
            <a:r>
              <a:rPr sz="2800" spc="-10" dirty="0">
                <a:solidFill>
                  <a:srgbClr val="0D0D0D"/>
                </a:solidFill>
                <a:latin typeface="Arial MT"/>
                <a:cs typeface="Arial MT"/>
              </a:rPr>
              <a:t>Echo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messaging application </a:t>
            </a:r>
            <a:r>
              <a:rPr sz="2800" spc="-10" dirty="0">
                <a:solidFill>
                  <a:srgbClr val="0D0D0D"/>
                </a:solidFill>
                <a:latin typeface="Arial MT"/>
                <a:cs typeface="Arial MT"/>
              </a:rPr>
              <a:t>plays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a </a:t>
            </a:r>
            <a:r>
              <a:rPr sz="2800" spc="-76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vital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role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in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ensuring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the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spc="-50" dirty="0">
                <a:solidFill>
                  <a:srgbClr val="0D0D0D"/>
                </a:solidFill>
                <a:latin typeface="Arial MT"/>
                <a:cs typeface="Arial MT"/>
              </a:rPr>
              <a:t>reliability,</a:t>
            </a:r>
            <a:r>
              <a:rPr sz="2800" spc="-4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spc="-70" dirty="0">
                <a:solidFill>
                  <a:srgbClr val="0D0D0D"/>
                </a:solidFill>
                <a:latin typeface="Arial MT"/>
                <a:cs typeface="Arial MT"/>
              </a:rPr>
              <a:t>security,</a:t>
            </a:r>
            <a:r>
              <a:rPr sz="2800" spc="-6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and</a:t>
            </a:r>
            <a:r>
              <a:rPr sz="2800" spc="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scalability </a:t>
            </a:r>
            <a:r>
              <a:rPr sz="2800" spc="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functionality</a:t>
            </a:r>
            <a:r>
              <a:rPr sz="2800" spc="-7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of</a:t>
            </a:r>
            <a:r>
              <a:rPr sz="2800" spc="-1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the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 platform.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0D0D0D"/>
              </a:buClr>
              <a:buFont typeface="Arial MT"/>
              <a:buChar char="•"/>
            </a:pPr>
            <a:endParaRPr sz="4350">
              <a:latin typeface="Arial MT"/>
              <a:cs typeface="Arial MT"/>
            </a:endParaRPr>
          </a:p>
          <a:p>
            <a:pPr marL="241300" marR="565150" indent="-228600">
              <a:lnSpc>
                <a:spcPts val="2700"/>
              </a:lnSpc>
              <a:buChar char="•"/>
              <a:tabLst>
                <a:tab pos="241300" algn="l"/>
              </a:tabLst>
            </a:pP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The</a:t>
            </a:r>
            <a:r>
              <a:rPr sz="2800" spc="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storage</a:t>
            </a:r>
            <a:r>
              <a:rPr sz="2800" spc="2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module</a:t>
            </a:r>
            <a:r>
              <a:rPr sz="2800" spc="3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is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responsible</a:t>
            </a:r>
            <a:r>
              <a:rPr sz="2800" spc="3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for</a:t>
            </a:r>
            <a:r>
              <a:rPr sz="2800" spc="1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securely</a:t>
            </a:r>
            <a:r>
              <a:rPr sz="2800" spc="2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storing</a:t>
            </a:r>
            <a:r>
              <a:rPr sz="2800" spc="2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user </a:t>
            </a:r>
            <a:r>
              <a:rPr sz="2800" spc="-76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messages</a:t>
            </a:r>
            <a:r>
              <a:rPr sz="2800" spc="-5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in</a:t>
            </a:r>
            <a:r>
              <a:rPr sz="2800" spc="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a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database.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0D0D0D"/>
              </a:buClr>
              <a:buFont typeface="Arial MT"/>
              <a:buChar char="•"/>
            </a:pPr>
            <a:endParaRPr sz="4350">
              <a:latin typeface="Arial MT"/>
              <a:cs typeface="Arial MT"/>
            </a:endParaRPr>
          </a:p>
          <a:p>
            <a:pPr marL="241300" marR="421005" indent="-228600">
              <a:lnSpc>
                <a:spcPts val="2700"/>
              </a:lnSpc>
              <a:buChar char="•"/>
              <a:tabLst>
                <a:tab pos="241300" algn="l"/>
                <a:tab pos="1061085" algn="l"/>
                <a:tab pos="2463165" algn="l"/>
                <a:tab pos="3938270" algn="l"/>
                <a:tab pos="4778375" algn="l"/>
                <a:tab pos="6551295" algn="l"/>
                <a:tab pos="7512684" algn="l"/>
                <a:tab pos="8096250" algn="l"/>
              </a:tabLst>
            </a:pP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The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	s</a:t>
            </a:r>
            <a:r>
              <a:rPr sz="2800" spc="5" dirty="0">
                <a:solidFill>
                  <a:srgbClr val="0D0D0D"/>
                </a:solidFill>
                <a:latin typeface="Arial MT"/>
                <a:cs typeface="Arial MT"/>
              </a:rPr>
              <a:t>t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o</a:t>
            </a:r>
            <a:r>
              <a:rPr sz="2800" spc="10" dirty="0">
                <a:solidFill>
                  <a:srgbClr val="0D0D0D"/>
                </a:solidFill>
                <a:latin typeface="Arial MT"/>
                <a:cs typeface="Arial MT"/>
              </a:rPr>
              <a:t>r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a</a:t>
            </a:r>
            <a:r>
              <a:rPr sz="2800" spc="10" dirty="0">
                <a:solidFill>
                  <a:srgbClr val="0D0D0D"/>
                </a:solidFill>
                <a:latin typeface="Arial MT"/>
                <a:cs typeface="Arial MT"/>
              </a:rPr>
              <a:t>g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e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	</a:t>
            </a:r>
            <a:r>
              <a:rPr sz="2800" spc="-10" dirty="0">
                <a:solidFill>
                  <a:srgbClr val="0D0D0D"/>
                </a:solidFill>
                <a:latin typeface="Arial MT"/>
                <a:cs typeface="Arial MT"/>
              </a:rPr>
              <a:t>m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o</a:t>
            </a:r>
            <a:r>
              <a:rPr sz="2800" spc="10" dirty="0">
                <a:solidFill>
                  <a:srgbClr val="0D0D0D"/>
                </a:solidFill>
                <a:latin typeface="Arial MT"/>
                <a:cs typeface="Arial MT"/>
              </a:rPr>
              <a:t>d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u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l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e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,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	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with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	</a:t>
            </a:r>
            <a:r>
              <a:rPr sz="2800" spc="-10" dirty="0">
                <a:solidFill>
                  <a:srgbClr val="0D0D0D"/>
                </a:solidFill>
                <a:latin typeface="Arial MT"/>
                <a:cs typeface="Arial MT"/>
              </a:rPr>
              <a:t>m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easu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r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e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s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	suc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h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	a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s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	en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c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r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y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p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t</a:t>
            </a:r>
            <a:r>
              <a:rPr sz="2800" spc="5" dirty="0">
                <a:solidFill>
                  <a:srgbClr val="0D0D0D"/>
                </a:solidFill>
                <a:latin typeface="Arial MT"/>
                <a:cs typeface="Arial MT"/>
              </a:rPr>
              <a:t>i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o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n  implemented</a:t>
            </a:r>
            <a:r>
              <a:rPr sz="2800" spc="4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to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protect</a:t>
            </a:r>
            <a:r>
              <a:rPr sz="2800" spc="-4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user</a:t>
            </a:r>
            <a:r>
              <a:rPr sz="2800" spc="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data</a:t>
            </a:r>
            <a:r>
              <a:rPr sz="2800" spc="-1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from</a:t>
            </a:r>
            <a:r>
              <a:rPr sz="2800" spc="1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unauthorized</a:t>
            </a:r>
            <a:r>
              <a:rPr sz="2800" spc="7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access.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635" y="540512"/>
            <a:ext cx="495998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U</a:t>
            </a:r>
            <a:r>
              <a:rPr dirty="0"/>
              <a:t>s</a:t>
            </a:r>
            <a:r>
              <a:rPr spc="-30" dirty="0"/>
              <a:t>e</a:t>
            </a:r>
            <a:r>
              <a:rPr dirty="0"/>
              <a:t>r</a:t>
            </a:r>
            <a:r>
              <a:rPr spc="-215" dirty="0"/>
              <a:t> </a:t>
            </a:r>
            <a:r>
              <a:rPr spc="-45" dirty="0"/>
              <a:t>Int</a:t>
            </a:r>
            <a:r>
              <a:rPr spc="-55" dirty="0"/>
              <a:t>e</a:t>
            </a:r>
            <a:r>
              <a:rPr spc="-45" dirty="0"/>
              <a:t>rf</a:t>
            </a:r>
            <a:r>
              <a:rPr spc="-50" dirty="0"/>
              <a:t>ac</a:t>
            </a:r>
            <a:r>
              <a:rPr dirty="0"/>
              <a:t>e</a:t>
            </a:r>
            <a:r>
              <a:rPr spc="-229" dirty="0"/>
              <a:t> </a:t>
            </a:r>
            <a:r>
              <a:rPr spc="-35" dirty="0"/>
              <a:t>M</a:t>
            </a:r>
            <a:r>
              <a:rPr spc="-45" dirty="0"/>
              <a:t>o</a:t>
            </a:r>
            <a:r>
              <a:rPr spc="-35" dirty="0"/>
              <a:t>dul</a:t>
            </a:r>
            <a:r>
              <a:rPr dirty="0"/>
              <a:t>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635" y="1790445"/>
            <a:ext cx="10106660" cy="3472361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241300" marR="5080" indent="-228600" algn="just">
              <a:lnSpc>
                <a:spcPts val="3000"/>
              </a:lnSpc>
              <a:spcBef>
                <a:spcPts val="495"/>
              </a:spcBef>
              <a:buChar char="•"/>
              <a:tabLst>
                <a:tab pos="241300" algn="l"/>
              </a:tabLst>
            </a:pP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Users can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personalize their profiles </a:t>
            </a:r>
            <a:r>
              <a:rPr sz="2800" spc="-15" dirty="0">
                <a:solidFill>
                  <a:srgbClr val="0D0D0D"/>
                </a:solidFill>
                <a:latin typeface="Arial MT"/>
                <a:cs typeface="Arial MT"/>
              </a:rPr>
              <a:t>with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display names, profile </a:t>
            </a:r>
            <a:r>
              <a:rPr sz="2800" spc="-76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pictures, </a:t>
            </a:r>
            <a:r>
              <a:rPr sz="2800" spc="5" dirty="0">
                <a:solidFill>
                  <a:srgbClr val="0D0D0D"/>
                </a:solidFill>
                <a:latin typeface="Arial MT"/>
                <a:cs typeface="Arial MT"/>
              </a:rPr>
              <a:t>and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status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updates. </a:t>
            </a:r>
            <a:r>
              <a:rPr sz="2800" spc="-30" dirty="0">
                <a:solidFill>
                  <a:srgbClr val="0D0D0D"/>
                </a:solidFill>
                <a:latin typeface="Arial MT"/>
                <a:cs typeface="Arial MT"/>
              </a:rPr>
              <a:t>Avatars </a:t>
            </a:r>
            <a:r>
              <a:rPr sz="2800" spc="5" dirty="0">
                <a:solidFill>
                  <a:srgbClr val="0D0D0D"/>
                </a:solidFill>
                <a:latin typeface="Arial MT"/>
                <a:cs typeface="Arial MT"/>
              </a:rPr>
              <a:t>and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profile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details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are </a:t>
            </a:r>
            <a:r>
              <a:rPr sz="2800" spc="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prominently</a:t>
            </a:r>
            <a:r>
              <a:rPr sz="2800" spc="5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displayed</a:t>
            </a:r>
            <a:r>
              <a:rPr sz="2800" spc="7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within</a:t>
            </a:r>
            <a:r>
              <a:rPr sz="2800" spc="-2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lang="en-US" sz="2800" spc="-5" dirty="0">
                <a:solidFill>
                  <a:srgbClr val="0D0D0D"/>
                </a:solidFill>
                <a:latin typeface="Arial MT"/>
                <a:cs typeface="Arial MT"/>
              </a:rPr>
              <a:t>your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lang="en-US" sz="2800" spc="-5" dirty="0">
                <a:solidFill>
                  <a:srgbClr val="0D0D0D"/>
                </a:solidFill>
                <a:latin typeface="Arial MT"/>
                <a:cs typeface="Arial MT"/>
              </a:rPr>
              <a:t>name</a:t>
            </a:r>
            <a:r>
              <a:rPr sz="2800" spc="-2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for</a:t>
            </a:r>
            <a:r>
              <a:rPr sz="2800" spc="-2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easy</a:t>
            </a:r>
            <a:r>
              <a:rPr sz="2800" spc="-1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identification.</a:t>
            </a:r>
            <a:endParaRPr sz="2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Clr>
                <a:srgbClr val="0D0D0D"/>
              </a:buClr>
              <a:buFont typeface="Arial MT"/>
              <a:buChar char="•"/>
            </a:pPr>
            <a:endParaRPr sz="3100" dirty="0">
              <a:latin typeface="Arial MT"/>
              <a:cs typeface="Arial MT"/>
            </a:endParaRPr>
          </a:p>
          <a:p>
            <a:pPr marL="241300" marR="55880" indent="-228600" algn="just">
              <a:lnSpc>
                <a:spcPct val="89000"/>
              </a:lnSpc>
              <a:spcBef>
                <a:spcPts val="1855"/>
              </a:spcBef>
              <a:buChar char="•"/>
              <a:tabLst>
                <a:tab pos="241300" algn="l"/>
              </a:tabLst>
            </a:pP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Users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D0D0D"/>
                </a:solidFill>
                <a:latin typeface="Arial MT"/>
                <a:cs typeface="Arial MT"/>
              </a:rPr>
              <a:t>have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 access to a settings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interface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where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they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can </a:t>
            </a:r>
            <a:r>
              <a:rPr sz="2800" spc="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customize </a:t>
            </a:r>
            <a:r>
              <a:rPr lang="en-US" sz="2800" spc="-5" dirty="0">
                <a:solidFill>
                  <a:srgbClr val="0D0D0D"/>
                </a:solidFill>
                <a:latin typeface="Arial MT"/>
                <a:cs typeface="Arial MT"/>
              </a:rPr>
              <a:t>profile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preferences,</a:t>
            </a:r>
            <a:r>
              <a:rPr lang="en-US" sz="280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lang="en-US" sz="2800" spc="-5" dirty="0">
                <a:solidFill>
                  <a:srgbClr val="0D0D0D"/>
                </a:solidFill>
                <a:latin typeface="Arial MT"/>
                <a:cs typeface="Arial MT"/>
              </a:rPr>
              <a:t>login and signup interface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, and other </a:t>
            </a:r>
            <a:r>
              <a:rPr sz="2800" spc="-76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application-specific</a:t>
            </a:r>
            <a:r>
              <a:rPr sz="2800" spc="5" dirty="0">
                <a:solidFill>
                  <a:srgbClr val="0D0D0D"/>
                </a:solidFill>
                <a:latin typeface="Arial MT"/>
                <a:cs typeface="Arial MT"/>
              </a:rPr>
              <a:t> settings.</a:t>
            </a:r>
            <a:r>
              <a:rPr sz="2800" spc="1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This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 module</a:t>
            </a:r>
            <a:r>
              <a:rPr sz="2800" spc="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ensures</a:t>
            </a:r>
            <a:r>
              <a:rPr sz="2800" spc="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a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personalized</a:t>
            </a:r>
            <a:r>
              <a:rPr sz="2800" spc="5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and</a:t>
            </a:r>
            <a:r>
              <a:rPr sz="2800" spc="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adaptable</a:t>
            </a:r>
            <a:r>
              <a:rPr sz="2800" spc="20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0D0D0D"/>
                </a:solidFill>
                <a:latin typeface="Arial MT"/>
                <a:cs typeface="Arial MT"/>
              </a:rPr>
              <a:t>user</a:t>
            </a:r>
            <a:r>
              <a:rPr sz="2800" spc="5" dirty="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D0D0D"/>
                </a:solidFill>
                <a:latin typeface="Arial MT"/>
                <a:cs typeface="Arial MT"/>
              </a:rPr>
              <a:t>experience.</a:t>
            </a:r>
            <a:endParaRPr sz="2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635" y="540512"/>
            <a:ext cx="190309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OU</a:t>
            </a:r>
            <a:r>
              <a:rPr spc="-45" dirty="0"/>
              <a:t>T</a:t>
            </a:r>
            <a:r>
              <a:rPr spc="-40" dirty="0"/>
              <a:t>PU</a:t>
            </a:r>
            <a:r>
              <a:rPr dirty="0"/>
              <a:t>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75B839-5437-AEB0-2916-2353B25386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634" y="1676400"/>
            <a:ext cx="10437166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635" y="357632"/>
            <a:ext cx="190309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OU</a:t>
            </a:r>
            <a:r>
              <a:rPr spc="-45" dirty="0"/>
              <a:t>T</a:t>
            </a:r>
            <a:r>
              <a:rPr spc="-40" dirty="0"/>
              <a:t>PU</a:t>
            </a:r>
            <a:r>
              <a:rPr dirty="0"/>
              <a:t>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4FAA89-CF35-2421-FF9A-8AAFAF709D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371600"/>
            <a:ext cx="10820401" cy="4953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635" y="540512"/>
            <a:ext cx="190309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OU</a:t>
            </a:r>
            <a:r>
              <a:rPr spc="-45" dirty="0"/>
              <a:t>T</a:t>
            </a:r>
            <a:r>
              <a:rPr spc="-40" dirty="0"/>
              <a:t>PU</a:t>
            </a:r>
            <a:r>
              <a:rPr dirty="0"/>
              <a:t>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3227CD-77D1-387E-C40A-A7B0C6C403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600200"/>
            <a:ext cx="10439400" cy="471728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6ED53-82BB-AF4E-2E04-35E0AF69B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00C817-B6C0-ED7A-B19C-AB05477D28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76400"/>
            <a:ext cx="10449356" cy="4667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0832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3D1D1-BE88-D631-E8B0-EA2AECF02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C049BF-20E2-0EAC-E810-0A5C701FC1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443" y="1219200"/>
            <a:ext cx="10383114" cy="5111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6366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197E2-19ED-2F2D-3F19-6B87AE946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D509E6-ED31-1C4B-44A1-895C84A111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443" y="1219199"/>
            <a:ext cx="10525558" cy="495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0019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4443" y="528065"/>
            <a:ext cx="299593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4443" y="1721357"/>
            <a:ext cx="10395585" cy="3012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Arial MT"/>
                <a:cs typeface="Arial MT"/>
              </a:rPr>
              <a:t>Echo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Messaging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redefines</a:t>
            </a:r>
            <a:r>
              <a:rPr sz="2800" dirty="0">
                <a:latin typeface="Arial MT"/>
                <a:cs typeface="Arial MT"/>
              </a:rPr>
              <a:t> communication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with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its</a:t>
            </a:r>
            <a:r>
              <a:rPr sz="2800" dirty="0">
                <a:latin typeface="Arial MT"/>
                <a:cs typeface="Arial MT"/>
              </a:rPr>
              <a:t> advanced 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features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like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end-to-end</a:t>
            </a:r>
            <a:r>
              <a:rPr sz="2800" dirty="0">
                <a:latin typeface="Arial MT"/>
                <a:cs typeface="Arial MT"/>
              </a:rPr>
              <a:t> encryption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and</a:t>
            </a:r>
            <a:r>
              <a:rPr sz="2800" dirty="0">
                <a:latin typeface="Arial MT"/>
                <a:cs typeface="Arial MT"/>
              </a:rPr>
              <a:t> anonymous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chat.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Our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platform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prioritizes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user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privacy</a:t>
            </a:r>
            <a:r>
              <a:rPr sz="2800" dirty="0">
                <a:latin typeface="Arial MT"/>
                <a:cs typeface="Arial MT"/>
              </a:rPr>
              <a:t> and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30" dirty="0">
                <a:latin typeface="Arial MT"/>
                <a:cs typeface="Arial MT"/>
              </a:rPr>
              <a:t>security,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ensuring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every 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interaction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is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safe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confidential.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Whether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connecting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with 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friends </a:t>
            </a:r>
            <a:r>
              <a:rPr sz="2800" dirty="0">
                <a:latin typeface="Arial MT"/>
                <a:cs typeface="Arial MT"/>
              </a:rPr>
              <a:t>or colleagues, </a:t>
            </a:r>
            <a:r>
              <a:rPr sz="2800" spc="-10" dirty="0">
                <a:latin typeface="Arial MT"/>
                <a:cs typeface="Arial MT"/>
              </a:rPr>
              <a:t>Echo </a:t>
            </a:r>
            <a:r>
              <a:rPr sz="2800" dirty="0">
                <a:latin typeface="Arial MT"/>
                <a:cs typeface="Arial MT"/>
              </a:rPr>
              <a:t>Messaging </a:t>
            </a:r>
            <a:r>
              <a:rPr sz="2800" spc="-5" dirty="0">
                <a:latin typeface="Arial MT"/>
                <a:cs typeface="Arial MT"/>
              </a:rPr>
              <a:t>provides a </a:t>
            </a:r>
            <a:r>
              <a:rPr sz="2800" dirty="0">
                <a:latin typeface="Arial MT"/>
                <a:cs typeface="Arial MT"/>
              </a:rPr>
              <a:t>seamless </a:t>
            </a:r>
            <a:r>
              <a:rPr sz="2800" spc="-5" dirty="0">
                <a:latin typeface="Arial MT"/>
                <a:cs typeface="Arial MT"/>
              </a:rPr>
              <a:t>and </a:t>
            </a:r>
            <a:r>
              <a:rPr sz="2800" dirty="0">
                <a:latin typeface="Arial MT"/>
                <a:cs typeface="Arial MT"/>
              </a:rPr>
              <a:t> intuitive experience. </a:t>
            </a:r>
            <a:r>
              <a:rPr sz="2800" spc="-5" dirty="0">
                <a:latin typeface="Arial MT"/>
                <a:cs typeface="Arial MT"/>
              </a:rPr>
              <a:t>Join </a:t>
            </a:r>
            <a:r>
              <a:rPr sz="2800" spc="-10" dirty="0">
                <a:latin typeface="Arial MT"/>
                <a:cs typeface="Arial MT"/>
              </a:rPr>
              <a:t>us </a:t>
            </a:r>
            <a:r>
              <a:rPr sz="2800" dirty="0">
                <a:latin typeface="Arial MT"/>
                <a:cs typeface="Arial MT"/>
              </a:rPr>
              <a:t>today </a:t>
            </a:r>
            <a:r>
              <a:rPr sz="2800" spc="-5" dirty="0">
                <a:latin typeface="Arial MT"/>
                <a:cs typeface="Arial MT"/>
              </a:rPr>
              <a:t>to </a:t>
            </a:r>
            <a:r>
              <a:rPr sz="2800" dirty="0">
                <a:latin typeface="Arial MT"/>
                <a:cs typeface="Arial MT"/>
              </a:rPr>
              <a:t>experience </a:t>
            </a:r>
            <a:r>
              <a:rPr sz="2800" spc="-5" dirty="0">
                <a:latin typeface="Arial MT"/>
                <a:cs typeface="Arial MT"/>
              </a:rPr>
              <a:t>the freedom </a:t>
            </a:r>
            <a:r>
              <a:rPr sz="2800" spc="-15" dirty="0">
                <a:latin typeface="Arial MT"/>
                <a:cs typeface="Arial MT"/>
              </a:rPr>
              <a:t>of 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authentic</a:t>
            </a:r>
            <a:r>
              <a:rPr sz="2800" spc="2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conversations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without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compromise.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4443" y="67182"/>
            <a:ext cx="257556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REFERENCE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4443" y="883411"/>
            <a:ext cx="10396855" cy="50477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88645" indent="-576580">
              <a:lnSpc>
                <a:spcPct val="100000"/>
              </a:lnSpc>
              <a:spcBef>
                <a:spcPts val="95"/>
              </a:spcBef>
              <a:buChar char="•"/>
              <a:tabLst>
                <a:tab pos="588645" algn="l"/>
                <a:tab pos="589280" algn="l"/>
                <a:tab pos="5944235" algn="l"/>
              </a:tabLst>
            </a:pPr>
            <a:r>
              <a:rPr sz="2800" spc="-10" dirty="0">
                <a:latin typeface="Arial MT"/>
                <a:cs typeface="Arial MT"/>
              </a:rPr>
              <a:t>Interface </a:t>
            </a:r>
            <a:r>
              <a:rPr sz="2800" spc="-5" dirty="0">
                <a:latin typeface="Arial MT"/>
                <a:cs typeface="Arial MT"/>
              </a:rPr>
              <a:t>Design,</a:t>
            </a:r>
            <a:r>
              <a:rPr sz="2800" spc="-18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Alan</a:t>
            </a:r>
            <a:r>
              <a:rPr sz="2800" spc="3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Dix, </a:t>
            </a:r>
            <a:r>
              <a:rPr sz="2800" dirty="0">
                <a:latin typeface="Arial MT"/>
                <a:cs typeface="Arial MT"/>
              </a:rPr>
              <a:t>Janet	</a:t>
            </a:r>
            <a:r>
              <a:rPr sz="2800" spc="-50" dirty="0">
                <a:latin typeface="Arial MT"/>
                <a:cs typeface="Arial MT"/>
              </a:rPr>
              <a:t>Finlay,</a:t>
            </a:r>
            <a:r>
              <a:rPr sz="2800" spc="-13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Gregory</a:t>
            </a:r>
            <a:endParaRPr sz="2800" dirty="0">
              <a:latin typeface="Arial MT"/>
              <a:cs typeface="Arial MT"/>
            </a:endParaRPr>
          </a:p>
          <a:p>
            <a:pPr marL="600710">
              <a:lnSpc>
                <a:spcPct val="100000"/>
              </a:lnSpc>
              <a:tabLst>
                <a:tab pos="7267575" algn="l"/>
              </a:tabLst>
            </a:pPr>
            <a:r>
              <a:rPr sz="2800" spc="-15" dirty="0">
                <a:latin typeface="Arial MT"/>
                <a:cs typeface="Arial MT"/>
              </a:rPr>
              <a:t>D.Abowd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2023,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spc="-15" dirty="0">
                <a:latin typeface="Arial MT"/>
                <a:cs typeface="Arial MT"/>
              </a:rPr>
              <a:t>Mobile</a:t>
            </a:r>
            <a:r>
              <a:rPr sz="2800" spc="4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Human</a:t>
            </a:r>
            <a:r>
              <a:rPr sz="2800" spc="7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Computer	</a:t>
            </a:r>
            <a:r>
              <a:rPr sz="2800" spc="-10" dirty="0">
                <a:latin typeface="Arial MT"/>
                <a:cs typeface="Arial MT"/>
              </a:rPr>
              <a:t>Interaction</a:t>
            </a:r>
            <a:r>
              <a:rPr sz="2800" spc="-1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Journal.</a:t>
            </a:r>
            <a:endParaRPr sz="2800" dirty="0">
              <a:latin typeface="Arial MT"/>
              <a:cs typeface="Arial MT"/>
            </a:endParaRPr>
          </a:p>
          <a:p>
            <a:pPr marL="561340" marR="5080" lvl="1" indent="-457834" algn="just">
              <a:lnSpc>
                <a:spcPct val="100000"/>
              </a:lnSpc>
              <a:spcBef>
                <a:spcPts val="2495"/>
              </a:spcBef>
              <a:buChar char="•"/>
              <a:tabLst>
                <a:tab pos="561975" algn="l"/>
              </a:tabLst>
            </a:pPr>
            <a:r>
              <a:rPr sz="2800" spc="-10" dirty="0">
                <a:latin typeface="Arial MT"/>
                <a:cs typeface="Arial MT"/>
              </a:rPr>
              <a:t>The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Mobile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Human-Computer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15" dirty="0">
                <a:latin typeface="Arial MT"/>
                <a:cs typeface="Arial MT"/>
              </a:rPr>
              <a:t>Interaction</a:t>
            </a:r>
            <a:r>
              <a:rPr sz="2800" spc="75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Journal,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15" dirty="0">
                <a:latin typeface="Arial MT"/>
                <a:cs typeface="Arial MT"/>
              </a:rPr>
              <a:t>IEEE 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Access </a:t>
            </a:r>
            <a:r>
              <a:rPr sz="2800" spc="-40" dirty="0">
                <a:latin typeface="Arial MT"/>
                <a:cs typeface="Arial MT"/>
              </a:rPr>
              <a:t>Volume </a:t>
            </a:r>
            <a:r>
              <a:rPr sz="2800" spc="-10" dirty="0">
                <a:latin typeface="Arial MT"/>
                <a:cs typeface="Arial MT"/>
              </a:rPr>
              <a:t>8, </a:t>
            </a:r>
            <a:r>
              <a:rPr sz="2800" spc="-5" dirty="0">
                <a:latin typeface="Arial MT"/>
                <a:cs typeface="Arial MT"/>
              </a:rPr>
              <a:t>Dan </a:t>
            </a:r>
            <a:r>
              <a:rPr sz="2800" spc="-35" dirty="0">
                <a:latin typeface="Arial MT"/>
                <a:cs typeface="Arial MT"/>
              </a:rPr>
              <a:t>Jurafsky,James </a:t>
            </a:r>
            <a:r>
              <a:rPr sz="2800" spc="-5" dirty="0">
                <a:latin typeface="Arial MT"/>
                <a:cs typeface="Arial MT"/>
              </a:rPr>
              <a:t>H. </a:t>
            </a:r>
            <a:r>
              <a:rPr sz="2800" dirty="0">
                <a:latin typeface="Arial MT"/>
                <a:cs typeface="Arial MT"/>
              </a:rPr>
              <a:t>Martin,2022, </a:t>
            </a:r>
            <a:r>
              <a:rPr sz="2800" spc="-10" dirty="0">
                <a:latin typeface="Arial MT"/>
                <a:cs typeface="Arial MT"/>
              </a:rPr>
              <a:t>Wiley </a:t>
            </a:r>
            <a:r>
              <a:rPr sz="2800" spc="-5" dirty="0">
                <a:latin typeface="Arial MT"/>
                <a:cs typeface="Arial MT"/>
              </a:rPr>
              <a:t> Social</a:t>
            </a:r>
            <a:r>
              <a:rPr sz="2800" spc="380" dirty="0">
                <a:latin typeface="Arial MT"/>
                <a:cs typeface="Arial MT"/>
              </a:rPr>
              <a:t> </a:t>
            </a:r>
            <a:r>
              <a:rPr sz="2800" spc="-15" dirty="0">
                <a:latin typeface="Arial MT"/>
                <a:cs typeface="Arial MT"/>
              </a:rPr>
              <a:t>Platform.</a:t>
            </a:r>
            <a:endParaRPr lang="en-US" sz="2800" spc="-15" dirty="0">
              <a:latin typeface="Arial MT"/>
              <a:cs typeface="Arial MT"/>
            </a:endParaRPr>
          </a:p>
          <a:p>
            <a:pPr marL="561340" marR="5080" lvl="1" indent="-457834" algn="just">
              <a:spcBef>
                <a:spcPts val="2495"/>
              </a:spcBef>
              <a:buFontTx/>
              <a:buChar char="•"/>
              <a:tabLst>
                <a:tab pos="561975" algn="l"/>
              </a:tabLst>
            </a:pPr>
            <a:r>
              <a:rPr lang="en-US" sz="2800" dirty="0"/>
              <a:t>	</a:t>
            </a:r>
            <a:r>
              <a:rPr lang="en-US" sz="2800" spc="-5" dirty="0">
                <a:latin typeface="Arial MT"/>
                <a:cs typeface="Arial MT"/>
              </a:rPr>
              <a:t>A </a:t>
            </a:r>
            <a:r>
              <a:rPr lang="en-US" sz="2800" spc="-10" dirty="0">
                <a:latin typeface="Arial MT"/>
                <a:cs typeface="Arial MT"/>
              </a:rPr>
              <a:t>Comprehensive</a:t>
            </a:r>
            <a:r>
              <a:rPr lang="en-US" sz="2800" spc="-5" dirty="0">
                <a:latin typeface="Arial MT"/>
                <a:cs typeface="Arial MT"/>
              </a:rPr>
              <a:t> Survey </a:t>
            </a:r>
            <a:r>
              <a:rPr lang="en-US" sz="2800" spc="-10" dirty="0">
                <a:latin typeface="Arial MT"/>
                <a:cs typeface="Arial MT"/>
              </a:rPr>
              <a:t>of</a:t>
            </a:r>
            <a:r>
              <a:rPr lang="en-US" sz="2800" spc="-5" dirty="0">
                <a:latin typeface="Arial MT"/>
                <a:cs typeface="Arial MT"/>
              </a:rPr>
              <a:t> </a:t>
            </a:r>
            <a:r>
              <a:rPr lang="en-US" sz="2800" spc="-15" dirty="0">
                <a:latin typeface="Arial MT"/>
                <a:cs typeface="Arial MT"/>
              </a:rPr>
              <a:t>Echo</a:t>
            </a:r>
            <a:r>
              <a:rPr lang="en-US" sz="2800" spc="-10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Messaging</a:t>
            </a:r>
            <a:r>
              <a:rPr lang="en-US" sz="2800" spc="765" dirty="0">
                <a:latin typeface="Arial MT"/>
                <a:cs typeface="Arial MT"/>
              </a:rPr>
              <a:t> </a:t>
            </a:r>
            <a:r>
              <a:rPr lang="en-US" sz="2800" spc="-10" dirty="0">
                <a:latin typeface="Arial MT"/>
                <a:cs typeface="Arial MT"/>
              </a:rPr>
              <a:t>Applications, </a:t>
            </a:r>
            <a:r>
              <a:rPr lang="en-US" sz="2800" spc="-5" dirty="0">
                <a:latin typeface="Arial MT"/>
                <a:cs typeface="Arial MT"/>
              </a:rPr>
              <a:t> </a:t>
            </a:r>
            <a:r>
              <a:rPr lang="en-US" sz="2800" spc="-60" dirty="0">
                <a:latin typeface="Arial MT"/>
                <a:cs typeface="Arial MT"/>
              </a:rPr>
              <a:t>D</a:t>
            </a:r>
            <a:r>
              <a:rPr lang="en-US" sz="2800" spc="-204" dirty="0">
                <a:latin typeface="Arial MT"/>
                <a:cs typeface="Arial MT"/>
              </a:rPr>
              <a:t>r</a:t>
            </a:r>
            <a:r>
              <a:rPr lang="en-US" sz="2800" spc="-5" dirty="0">
                <a:latin typeface="Arial MT"/>
                <a:cs typeface="Arial MT"/>
              </a:rPr>
              <a:t>.</a:t>
            </a:r>
            <a:r>
              <a:rPr lang="en-US" sz="2800" spc="-105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Mic</a:t>
            </a:r>
            <a:r>
              <a:rPr lang="en-US" sz="2800" spc="5" dirty="0">
                <a:latin typeface="Arial MT"/>
                <a:cs typeface="Arial MT"/>
              </a:rPr>
              <a:t>h</a:t>
            </a:r>
            <a:r>
              <a:rPr lang="en-US" sz="2800" spc="-5" dirty="0">
                <a:latin typeface="Arial MT"/>
                <a:cs typeface="Arial MT"/>
              </a:rPr>
              <a:t>a</a:t>
            </a:r>
            <a:r>
              <a:rPr lang="en-US" sz="2800" dirty="0">
                <a:latin typeface="Arial MT"/>
                <a:cs typeface="Arial MT"/>
              </a:rPr>
              <a:t>e</a:t>
            </a:r>
            <a:r>
              <a:rPr lang="en-US" sz="2800" spc="-5" dirty="0">
                <a:latin typeface="Arial MT"/>
                <a:cs typeface="Arial MT"/>
              </a:rPr>
              <a:t>l</a:t>
            </a:r>
            <a:r>
              <a:rPr lang="en-US" sz="2800" spc="-60" dirty="0">
                <a:latin typeface="Arial MT"/>
                <a:cs typeface="Arial MT"/>
              </a:rPr>
              <a:t> </a:t>
            </a:r>
            <a:r>
              <a:rPr lang="en-US" sz="2800" spc="-5" dirty="0">
                <a:latin typeface="Arial MT"/>
                <a:cs typeface="Arial MT"/>
              </a:rPr>
              <a:t>Smith</a:t>
            </a:r>
            <a:r>
              <a:rPr lang="en-US" sz="2800" dirty="0">
                <a:latin typeface="Arial MT"/>
                <a:cs typeface="Arial MT"/>
              </a:rPr>
              <a:t>,2021</a:t>
            </a:r>
            <a:r>
              <a:rPr lang="en-US" sz="2800" spc="-5" dirty="0">
                <a:latin typeface="Arial MT"/>
                <a:cs typeface="Arial MT"/>
              </a:rPr>
              <a:t>,</a:t>
            </a:r>
            <a:r>
              <a:rPr lang="en-US" sz="2800" spc="-45" dirty="0">
                <a:latin typeface="Arial MT"/>
                <a:cs typeface="Arial MT"/>
              </a:rPr>
              <a:t> </a:t>
            </a:r>
            <a:r>
              <a:rPr lang="en-US" sz="2800" spc="-25" dirty="0">
                <a:latin typeface="Arial MT"/>
                <a:cs typeface="Arial MT"/>
              </a:rPr>
              <a:t>P</a:t>
            </a:r>
            <a:r>
              <a:rPr lang="en-US" sz="2800" spc="-5" dirty="0">
                <a:latin typeface="Arial MT"/>
                <a:cs typeface="Arial MT"/>
              </a:rPr>
              <a:t>e</a:t>
            </a:r>
            <a:r>
              <a:rPr lang="en-US" sz="2800" spc="-20" dirty="0">
                <a:latin typeface="Arial MT"/>
                <a:cs typeface="Arial MT"/>
              </a:rPr>
              <a:t>a</a:t>
            </a:r>
            <a:r>
              <a:rPr lang="en-US" sz="2800" spc="-5" dirty="0">
                <a:latin typeface="Arial MT"/>
                <a:cs typeface="Arial MT"/>
              </a:rPr>
              <a:t>r</a:t>
            </a:r>
            <a:r>
              <a:rPr lang="en-US" sz="2800" spc="-20" dirty="0">
                <a:latin typeface="Arial MT"/>
                <a:cs typeface="Arial MT"/>
              </a:rPr>
              <a:t>s</a:t>
            </a:r>
            <a:r>
              <a:rPr lang="en-US" sz="2800" spc="-5" dirty="0">
                <a:latin typeface="Arial MT"/>
                <a:cs typeface="Arial MT"/>
              </a:rPr>
              <a:t>on</a:t>
            </a:r>
            <a:r>
              <a:rPr lang="en-US" sz="2800" spc="-25" dirty="0">
                <a:latin typeface="Arial MT"/>
                <a:cs typeface="Arial MT"/>
              </a:rPr>
              <a:t> E</a:t>
            </a:r>
            <a:r>
              <a:rPr lang="en-US" sz="2800" spc="-5" dirty="0">
                <a:latin typeface="Arial MT"/>
                <a:cs typeface="Arial MT"/>
              </a:rPr>
              <a:t>d</a:t>
            </a:r>
            <a:r>
              <a:rPr lang="en-US" sz="2800" spc="-20" dirty="0">
                <a:latin typeface="Arial MT"/>
                <a:cs typeface="Arial MT"/>
              </a:rPr>
              <a:t>u</a:t>
            </a:r>
            <a:r>
              <a:rPr lang="en-US" sz="2800" spc="-5" dirty="0">
                <a:latin typeface="Arial MT"/>
                <a:cs typeface="Arial MT"/>
              </a:rPr>
              <a:t>c</a:t>
            </a:r>
            <a:r>
              <a:rPr lang="en-US" sz="2800" spc="-20" dirty="0">
                <a:latin typeface="Arial MT"/>
                <a:cs typeface="Arial MT"/>
              </a:rPr>
              <a:t>a</a:t>
            </a:r>
            <a:r>
              <a:rPr lang="en-US" sz="2800" spc="-15" dirty="0">
                <a:latin typeface="Arial MT"/>
                <a:cs typeface="Arial MT"/>
              </a:rPr>
              <a:t>ti</a:t>
            </a:r>
            <a:r>
              <a:rPr lang="en-US" sz="2800" spc="-5" dirty="0">
                <a:latin typeface="Arial MT"/>
                <a:cs typeface="Arial MT"/>
              </a:rPr>
              <a:t>o</a:t>
            </a:r>
            <a:r>
              <a:rPr lang="en-US" sz="2800" spc="-20" dirty="0">
                <a:latin typeface="Arial MT"/>
                <a:cs typeface="Arial MT"/>
              </a:rPr>
              <a:t>n</a:t>
            </a:r>
            <a:r>
              <a:rPr lang="en-US" sz="2800" spc="-5" dirty="0">
                <a:latin typeface="Arial MT"/>
                <a:cs typeface="Arial MT"/>
              </a:rPr>
              <a:t>.</a:t>
            </a:r>
            <a:endParaRPr sz="2800" dirty="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Char char="•"/>
            </a:pPr>
            <a:endParaRPr sz="3000" dirty="0">
              <a:latin typeface="Arial MT"/>
              <a:cs typeface="Arial MT"/>
            </a:endParaRPr>
          </a:p>
          <a:p>
            <a:pPr marL="591820" marR="114300" lvl="1" indent="-486409" algn="just">
              <a:lnSpc>
                <a:spcPct val="109000"/>
              </a:lnSpc>
              <a:buChar char="•"/>
              <a:tabLst>
                <a:tab pos="592455" algn="l"/>
              </a:tabLst>
            </a:pPr>
            <a:r>
              <a:rPr sz="2800" spc="-5" dirty="0">
                <a:latin typeface="Arial MT"/>
                <a:cs typeface="Arial MT"/>
              </a:rPr>
              <a:t>Evolution and Social Implications, </a:t>
            </a:r>
            <a:r>
              <a:rPr sz="2800" spc="-10" dirty="0">
                <a:latin typeface="Arial MT"/>
                <a:cs typeface="Arial MT"/>
              </a:rPr>
              <a:t>Ross </a:t>
            </a:r>
            <a:r>
              <a:rPr sz="2800" spc="-15" dirty="0">
                <a:latin typeface="Arial MT"/>
                <a:cs typeface="Arial MT"/>
              </a:rPr>
              <a:t>Anderson,2020,IEEE 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-15" dirty="0">
                <a:latin typeface="Arial MT"/>
                <a:cs typeface="Arial MT"/>
              </a:rPr>
              <a:t>Xplore</a:t>
            </a:r>
            <a:r>
              <a:rPr sz="2800" spc="-20" dirty="0">
                <a:latin typeface="Arial MT"/>
                <a:cs typeface="Arial MT"/>
              </a:rPr>
              <a:t> Volume15,International</a:t>
            </a:r>
            <a:r>
              <a:rPr sz="2800" spc="6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Journal of</a:t>
            </a:r>
            <a:r>
              <a:rPr sz="2800" spc="-15" dirty="0">
                <a:latin typeface="Arial MT"/>
                <a:cs typeface="Arial MT"/>
              </a:rPr>
              <a:t> Communication.</a:t>
            </a:r>
            <a:endParaRPr sz="2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</TotalTime>
  <Words>942</Words>
  <Application>Microsoft Office PowerPoint</Application>
  <PresentationFormat>Widescreen</PresentationFormat>
  <Paragraphs>125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 MT</vt:lpstr>
      <vt:lpstr>Calibri</vt:lpstr>
      <vt:lpstr>Calibri Light</vt:lpstr>
      <vt:lpstr>Office Theme</vt:lpstr>
      <vt:lpstr>Echo-Messager</vt:lpstr>
      <vt:lpstr>OBJECTIVE</vt:lpstr>
      <vt:lpstr>FEATURES</vt:lpstr>
      <vt:lpstr>ABSTRACT</vt:lpstr>
      <vt:lpstr>LITERATURE SURVEY</vt:lpstr>
      <vt:lpstr>EXISTING SYSTEM</vt:lpstr>
      <vt:lpstr>PROPOSED SYSTEM</vt:lpstr>
      <vt:lpstr>METHODOLOGY</vt:lpstr>
      <vt:lpstr>Work Flow</vt:lpstr>
      <vt:lpstr>FLOW DIAGRAM</vt:lpstr>
      <vt:lpstr>MODULE</vt:lpstr>
      <vt:lpstr>Storage Module</vt:lpstr>
      <vt:lpstr>User Interface Module</vt:lpstr>
      <vt:lpstr>OUTPUT</vt:lpstr>
      <vt:lpstr>OUTPUT</vt:lpstr>
      <vt:lpstr>OUTPUT</vt:lpstr>
      <vt:lpstr>OUTPUT</vt:lpstr>
      <vt:lpstr>OUTPUT</vt:lpstr>
      <vt:lpstr>OUTPUT</vt:lpstr>
      <vt:lpstr>CONCLUSION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Echo-Messager</dc:title>
  <dc:creator>21CS086</dc:creator>
  <cp:lastModifiedBy>Kirthick Sakthi V</cp:lastModifiedBy>
  <cp:revision>1</cp:revision>
  <dcterms:created xsi:type="dcterms:W3CDTF">2024-05-12T11:54:06Z</dcterms:created>
  <dcterms:modified xsi:type="dcterms:W3CDTF">2024-05-12T12:58:08Z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2024-04-15T00:00:00Z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2024-05-12T00:00:00Z</vt:filetime>
  </property>
</Properties>
</file>